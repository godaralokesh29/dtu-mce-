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disaster-management-ppt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disaster-management-ppt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disaster-management-ppt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disaster-management-ppt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disaster-management-ppt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disaster-management-ppt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disaster-management-ppt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disaster-management-ppt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disaster-management-ppt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disaster-management-ppt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disaster-management-ppt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disaster-management-ppt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disaster-management-ppt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disaster-management-ppt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disaster-management-ppt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disaster-management-ppt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disaster-management-ppt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disaster-management-ppt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disaster-management-ppt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disaster-management-ppt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-disaster-management-ppt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-disaster-management-ppt-2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-disaster-management-ppt-2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-disaster-management-ppt-2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-disaster-management-ppt-2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-disaster-management-ppt-2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-disaster-management-ppt-2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-disaster-management-ppt-2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-disaster-management-ppt-3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-disaster-management-ppt-3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-disaster-management-ppt-3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-disaster-management-ppt-3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-disaster-management-ppt-3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-disaster-management-ppt-3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-disaster-management-ppt-3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-disaster-management-ppt-3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-disaster-management-ppt-3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-disaster-management-ppt-3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-disaster-management-ppt-4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-disaster-management-ppt-4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-disaster-management-ppt-4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-disaster-management-ppt-4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-disaster-management-ppt-4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