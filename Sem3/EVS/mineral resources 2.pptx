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mineral-resourc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mineral-resourc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mineral-resourc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mineral-resourc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mineral-resourc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mineral-resourc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mineral-resourc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ineral-resourc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ineral-resourc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mineral-resourc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mineral-resourc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mineral-resourc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mineral-resourc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mineral-resourc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mineral-resourc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mineral-resourc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mineral-resourc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mineral-resourc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mineral-resourc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mineral-resourc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mineral-resourc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mineral-resourc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mineral-resourc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mineral-resourc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mineral-resourc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mineral-resourc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mineral-resourc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mineral-resourc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mineral-resourc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