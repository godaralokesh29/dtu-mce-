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water-resourc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ater-resourc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ater-resourc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ater-resourc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ater-resourc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water-resourc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ater-resour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ater-resour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water-resour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water-resour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ater-resour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ater-resour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water-resour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ater-resour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water-resourc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ater-resourc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water-resourc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water-resourc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water-resourc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water-resourc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water-resourc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water-resourc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water-resourc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water-resourc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water-resourc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water-resourc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water-resourc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ater-resourc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water-resourc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water-resource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water-resource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water-resource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water-resource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