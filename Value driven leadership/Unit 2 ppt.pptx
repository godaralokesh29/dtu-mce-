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Lst>
  <p:sldSz cy="5143500" cx="9144000"/>
  <p:notesSz cx="6858000" cy="9144000"/>
  <p:embeddedFontLst>
    <p:embeddedFont>
      <p:font typeface="Lusitana"/>
      <p:regular r:id="rId33"/>
      <p:bold r:id="rId34"/>
    </p:embeddedFont>
    <p:embeddedFont>
      <p:font typeface="Bebas Neue"/>
      <p:regular r:id="rId35"/>
    </p:embeddedFont>
    <p:embeddedFont>
      <p:font typeface="Albert Sans"/>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0" roundtripDataSignature="AMtx7mgXifekflrJldF/HOLdIE4Gk3BoP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Lusitana-regular.fntdata"/><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BebasNeue-regular.fntdata"/><Relationship Id="rId12" Type="http://schemas.openxmlformats.org/officeDocument/2006/relationships/slide" Target="slides/slide8.xml"/><Relationship Id="rId34" Type="http://schemas.openxmlformats.org/officeDocument/2006/relationships/font" Target="fonts/Lusitana-bold.fntdata"/><Relationship Id="rId15" Type="http://schemas.openxmlformats.org/officeDocument/2006/relationships/slide" Target="slides/slide11.xml"/><Relationship Id="rId37" Type="http://schemas.openxmlformats.org/officeDocument/2006/relationships/font" Target="fonts/AlbertSans-bold.fntdata"/><Relationship Id="rId14" Type="http://schemas.openxmlformats.org/officeDocument/2006/relationships/slide" Target="slides/slide10.xml"/><Relationship Id="rId36" Type="http://schemas.openxmlformats.org/officeDocument/2006/relationships/font" Target="fonts/AlbertSans-regular.fntdata"/><Relationship Id="rId17" Type="http://schemas.openxmlformats.org/officeDocument/2006/relationships/slide" Target="slides/slide13.xml"/><Relationship Id="rId39" Type="http://schemas.openxmlformats.org/officeDocument/2006/relationships/font" Target="fonts/AlbertSans-boldItalic.fntdata"/><Relationship Id="rId16" Type="http://schemas.openxmlformats.org/officeDocument/2006/relationships/slide" Target="slides/slide12.xml"/><Relationship Id="rId38" Type="http://schemas.openxmlformats.org/officeDocument/2006/relationships/font" Target="fonts/AlbertSans-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1" name="Google Shape;40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7" name="Google Shape;41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9" name="Google Shape;42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6" name="Google Shape;43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3" name="Google Shape;45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0" name="Google Shape;47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7" name="Google Shape;48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4" name="Google Shape;50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1" name="Google Shape;52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8" name="Google Shape;53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5" name="Google Shape;55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2" name="Google Shape;57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9" name="Google Shape;58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4" name="Google Shape;63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1" name="Google Shape;64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7" name="Google Shape;64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4" name="Google Shape;654;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6" name="Google Shape;666;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1" name="Google Shape;671;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6" name="Google Shape;676;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2" name="Google Shape;682;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2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3" name="Google Shape;693;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30"/>
          <p:cNvGrpSpPr/>
          <p:nvPr/>
        </p:nvGrpSpPr>
        <p:grpSpPr>
          <a:xfrm>
            <a:off x="517507" y="535010"/>
            <a:ext cx="1173754" cy="805917"/>
            <a:chOff x="804550" y="3006847"/>
            <a:chExt cx="2215048" cy="1520885"/>
          </a:xfrm>
        </p:grpSpPr>
        <p:sp>
          <p:nvSpPr>
            <p:cNvPr id="10" name="Google Shape;10;p30"/>
            <p:cNvSpPr/>
            <p:nvPr/>
          </p:nvSpPr>
          <p:spPr>
            <a:xfrm>
              <a:off x="804550" y="3175325"/>
              <a:ext cx="1039817" cy="1038127"/>
            </a:xfrm>
            <a:custGeom>
              <a:rect b="b" l="l" r="r" t="t"/>
              <a:pathLst>
                <a:path extrusionOk="0" h="30095" w="30144">
                  <a:moveTo>
                    <a:pt x="1" y="1"/>
                  </a:moveTo>
                  <a:lnTo>
                    <a:pt x="1" y="10024"/>
                  </a:lnTo>
                  <a:lnTo>
                    <a:pt x="10518" y="10024"/>
                  </a:lnTo>
                  <a:lnTo>
                    <a:pt x="10518" y="20046"/>
                  </a:lnTo>
                  <a:lnTo>
                    <a:pt x="20095" y="20046"/>
                  </a:lnTo>
                  <a:lnTo>
                    <a:pt x="20095" y="30094"/>
                  </a:lnTo>
                  <a:lnTo>
                    <a:pt x="30143" y="30094"/>
                  </a:lnTo>
                  <a:lnTo>
                    <a:pt x="30143" y="20046"/>
                  </a:lnTo>
                  <a:lnTo>
                    <a:pt x="30143" y="10024"/>
                  </a:lnTo>
                  <a:lnTo>
                    <a:pt x="30143"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30"/>
            <p:cNvSpPr/>
            <p:nvPr/>
          </p:nvSpPr>
          <p:spPr>
            <a:xfrm>
              <a:off x="1240267" y="3006847"/>
              <a:ext cx="1779321" cy="1520885"/>
            </a:xfrm>
            <a:custGeom>
              <a:rect b="b" l="l" r="r" t="t"/>
              <a:pathLst>
                <a:path extrusionOk="0" h="44090" w="51582">
                  <a:moveTo>
                    <a:pt x="22045" y="0"/>
                  </a:moveTo>
                  <a:cubicBezTo>
                    <a:pt x="9891" y="0"/>
                    <a:pt x="1" y="9890"/>
                    <a:pt x="1" y="22045"/>
                  </a:cubicBezTo>
                  <a:cubicBezTo>
                    <a:pt x="1" y="34199"/>
                    <a:pt x="9891" y="44089"/>
                    <a:pt x="22045" y="44089"/>
                  </a:cubicBezTo>
                  <a:lnTo>
                    <a:pt x="51581" y="44089"/>
                  </a:lnTo>
                  <a:lnTo>
                    <a:pt x="51581" y="43639"/>
                  </a:lnTo>
                  <a:lnTo>
                    <a:pt x="22045" y="43639"/>
                  </a:lnTo>
                  <a:cubicBezTo>
                    <a:pt x="10139" y="43639"/>
                    <a:pt x="451" y="33951"/>
                    <a:pt x="451" y="22045"/>
                  </a:cubicBezTo>
                  <a:cubicBezTo>
                    <a:pt x="451" y="10138"/>
                    <a:pt x="10139" y="451"/>
                    <a:pt x="22045" y="451"/>
                  </a:cubicBezTo>
                  <a:lnTo>
                    <a:pt x="51581" y="451"/>
                  </a:lnTo>
                  <a:lnTo>
                    <a:pt x="515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30"/>
            <p:cNvSpPr/>
            <p:nvPr/>
          </p:nvSpPr>
          <p:spPr>
            <a:xfrm>
              <a:off x="1332578" y="3099089"/>
              <a:ext cx="1687012" cy="1336371"/>
            </a:xfrm>
            <a:custGeom>
              <a:rect b="b" l="l" r="r" t="t"/>
              <a:pathLst>
                <a:path extrusionOk="0" h="38741" w="48906">
                  <a:moveTo>
                    <a:pt x="19369" y="1"/>
                  </a:moveTo>
                  <a:cubicBezTo>
                    <a:pt x="8690" y="1"/>
                    <a:pt x="1" y="8690"/>
                    <a:pt x="1" y="19371"/>
                  </a:cubicBezTo>
                  <a:cubicBezTo>
                    <a:pt x="1" y="30052"/>
                    <a:pt x="8690" y="38741"/>
                    <a:pt x="19369" y="38741"/>
                  </a:cubicBezTo>
                  <a:lnTo>
                    <a:pt x="48905" y="38741"/>
                  </a:lnTo>
                  <a:lnTo>
                    <a:pt x="48905" y="38291"/>
                  </a:lnTo>
                  <a:lnTo>
                    <a:pt x="19369" y="38291"/>
                  </a:lnTo>
                  <a:cubicBezTo>
                    <a:pt x="8938" y="38291"/>
                    <a:pt x="449" y="29804"/>
                    <a:pt x="449" y="19371"/>
                  </a:cubicBezTo>
                  <a:cubicBezTo>
                    <a:pt x="449" y="8938"/>
                    <a:pt x="8938" y="451"/>
                    <a:pt x="19369" y="451"/>
                  </a:cubicBezTo>
                  <a:lnTo>
                    <a:pt x="48905" y="451"/>
                  </a:lnTo>
                  <a:lnTo>
                    <a:pt x="4890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30"/>
            <p:cNvSpPr/>
            <p:nvPr/>
          </p:nvSpPr>
          <p:spPr>
            <a:xfrm>
              <a:off x="1424820" y="3191331"/>
              <a:ext cx="1594773" cy="1151892"/>
            </a:xfrm>
            <a:custGeom>
              <a:rect b="b" l="l" r="r" t="t"/>
              <a:pathLst>
                <a:path extrusionOk="0" h="33393" w="46232">
                  <a:moveTo>
                    <a:pt x="16695" y="1"/>
                  </a:moveTo>
                  <a:cubicBezTo>
                    <a:pt x="7489" y="1"/>
                    <a:pt x="1" y="7491"/>
                    <a:pt x="1" y="16697"/>
                  </a:cubicBezTo>
                  <a:cubicBezTo>
                    <a:pt x="1" y="25903"/>
                    <a:pt x="7489" y="33393"/>
                    <a:pt x="16695" y="33393"/>
                  </a:cubicBezTo>
                  <a:lnTo>
                    <a:pt x="46231" y="33393"/>
                  </a:lnTo>
                  <a:lnTo>
                    <a:pt x="46231" y="32943"/>
                  </a:lnTo>
                  <a:lnTo>
                    <a:pt x="16695" y="32943"/>
                  </a:lnTo>
                  <a:cubicBezTo>
                    <a:pt x="7737" y="32943"/>
                    <a:pt x="449" y="25655"/>
                    <a:pt x="449" y="16697"/>
                  </a:cubicBezTo>
                  <a:cubicBezTo>
                    <a:pt x="449" y="7739"/>
                    <a:pt x="7737" y="451"/>
                    <a:pt x="16695" y="451"/>
                  </a:cubicBezTo>
                  <a:lnTo>
                    <a:pt x="46231" y="451"/>
                  </a:lnTo>
                  <a:lnTo>
                    <a:pt x="4623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30"/>
            <p:cNvSpPr/>
            <p:nvPr/>
          </p:nvSpPr>
          <p:spPr>
            <a:xfrm>
              <a:off x="1517097" y="3283608"/>
              <a:ext cx="1502499" cy="967309"/>
            </a:xfrm>
            <a:custGeom>
              <a:rect b="b" l="l" r="r" t="t"/>
              <a:pathLst>
                <a:path extrusionOk="0" h="28042" w="43557">
                  <a:moveTo>
                    <a:pt x="14022" y="0"/>
                  </a:moveTo>
                  <a:cubicBezTo>
                    <a:pt x="6289" y="0"/>
                    <a:pt x="0" y="6291"/>
                    <a:pt x="0" y="14022"/>
                  </a:cubicBezTo>
                  <a:cubicBezTo>
                    <a:pt x="0" y="21753"/>
                    <a:pt x="6289" y="28042"/>
                    <a:pt x="14022" y="28042"/>
                  </a:cubicBezTo>
                  <a:lnTo>
                    <a:pt x="43556" y="28042"/>
                  </a:lnTo>
                  <a:lnTo>
                    <a:pt x="43556" y="27593"/>
                  </a:lnTo>
                  <a:lnTo>
                    <a:pt x="14022" y="27593"/>
                  </a:lnTo>
                  <a:cubicBezTo>
                    <a:pt x="6537" y="27593"/>
                    <a:pt x="450" y="21505"/>
                    <a:pt x="450" y="14022"/>
                  </a:cubicBezTo>
                  <a:cubicBezTo>
                    <a:pt x="450" y="6539"/>
                    <a:pt x="6537" y="450"/>
                    <a:pt x="14022" y="450"/>
                  </a:cubicBezTo>
                  <a:lnTo>
                    <a:pt x="43556" y="450"/>
                  </a:lnTo>
                  <a:lnTo>
                    <a:pt x="4355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30"/>
            <p:cNvSpPr/>
            <p:nvPr/>
          </p:nvSpPr>
          <p:spPr>
            <a:xfrm>
              <a:off x="1609339" y="3375850"/>
              <a:ext cx="1410259" cy="782899"/>
            </a:xfrm>
            <a:custGeom>
              <a:rect b="b" l="l" r="r" t="t"/>
              <a:pathLst>
                <a:path extrusionOk="0" h="22696" w="40883">
                  <a:moveTo>
                    <a:pt x="11348" y="0"/>
                  </a:moveTo>
                  <a:cubicBezTo>
                    <a:pt x="5090" y="0"/>
                    <a:pt x="0" y="5090"/>
                    <a:pt x="0" y="11348"/>
                  </a:cubicBezTo>
                  <a:cubicBezTo>
                    <a:pt x="0" y="17603"/>
                    <a:pt x="5090" y="22695"/>
                    <a:pt x="11348" y="22695"/>
                  </a:cubicBezTo>
                  <a:lnTo>
                    <a:pt x="40882" y="22695"/>
                  </a:lnTo>
                  <a:lnTo>
                    <a:pt x="40882" y="22245"/>
                  </a:lnTo>
                  <a:lnTo>
                    <a:pt x="11348" y="22245"/>
                  </a:lnTo>
                  <a:cubicBezTo>
                    <a:pt x="5338" y="22245"/>
                    <a:pt x="451" y="17357"/>
                    <a:pt x="451" y="11348"/>
                  </a:cubicBezTo>
                  <a:cubicBezTo>
                    <a:pt x="451" y="5338"/>
                    <a:pt x="5338" y="450"/>
                    <a:pt x="11348" y="450"/>
                  </a:cubicBezTo>
                  <a:lnTo>
                    <a:pt x="40882" y="450"/>
                  </a:lnTo>
                  <a:lnTo>
                    <a:pt x="4088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 name="Google Shape;16;p30"/>
          <p:cNvGrpSpPr/>
          <p:nvPr/>
        </p:nvGrpSpPr>
        <p:grpSpPr>
          <a:xfrm>
            <a:off x="6849501" y="3770539"/>
            <a:ext cx="805965" cy="1173807"/>
            <a:chOff x="6849501" y="3770539"/>
            <a:chExt cx="805965" cy="1173807"/>
          </a:xfrm>
        </p:grpSpPr>
        <p:sp>
          <p:nvSpPr>
            <p:cNvPr id="17" name="Google Shape;17;p30"/>
            <p:cNvSpPr/>
            <p:nvPr/>
          </p:nvSpPr>
          <p:spPr>
            <a:xfrm rot="-5400000">
              <a:off x="6938329" y="4393761"/>
              <a:ext cx="551032" cy="550137"/>
            </a:xfrm>
            <a:custGeom>
              <a:rect b="b" l="l" r="r" t="t"/>
              <a:pathLst>
                <a:path extrusionOk="0" h="30095" w="30144">
                  <a:moveTo>
                    <a:pt x="1" y="1"/>
                  </a:moveTo>
                  <a:lnTo>
                    <a:pt x="1" y="10024"/>
                  </a:lnTo>
                  <a:lnTo>
                    <a:pt x="10518" y="10024"/>
                  </a:lnTo>
                  <a:lnTo>
                    <a:pt x="10518" y="20046"/>
                  </a:lnTo>
                  <a:lnTo>
                    <a:pt x="20095" y="20046"/>
                  </a:lnTo>
                  <a:lnTo>
                    <a:pt x="20095" y="30094"/>
                  </a:lnTo>
                  <a:lnTo>
                    <a:pt x="30143" y="30094"/>
                  </a:lnTo>
                  <a:lnTo>
                    <a:pt x="30143" y="20046"/>
                  </a:lnTo>
                  <a:lnTo>
                    <a:pt x="30143" y="10024"/>
                  </a:lnTo>
                  <a:lnTo>
                    <a:pt x="30143"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30"/>
            <p:cNvSpPr/>
            <p:nvPr/>
          </p:nvSpPr>
          <p:spPr>
            <a:xfrm rot="-5400000">
              <a:off x="6781024" y="3839016"/>
              <a:ext cx="942919" cy="805965"/>
            </a:xfrm>
            <a:custGeom>
              <a:rect b="b" l="l" r="r" t="t"/>
              <a:pathLst>
                <a:path extrusionOk="0" h="44090" w="51582">
                  <a:moveTo>
                    <a:pt x="22045" y="0"/>
                  </a:moveTo>
                  <a:cubicBezTo>
                    <a:pt x="9891" y="0"/>
                    <a:pt x="1" y="9890"/>
                    <a:pt x="1" y="22045"/>
                  </a:cubicBezTo>
                  <a:cubicBezTo>
                    <a:pt x="1" y="34199"/>
                    <a:pt x="9891" y="44089"/>
                    <a:pt x="22045" y="44089"/>
                  </a:cubicBezTo>
                  <a:lnTo>
                    <a:pt x="51581" y="44089"/>
                  </a:lnTo>
                  <a:lnTo>
                    <a:pt x="51581" y="43639"/>
                  </a:lnTo>
                  <a:lnTo>
                    <a:pt x="22045" y="43639"/>
                  </a:lnTo>
                  <a:cubicBezTo>
                    <a:pt x="10139" y="43639"/>
                    <a:pt x="451" y="33951"/>
                    <a:pt x="451" y="22045"/>
                  </a:cubicBezTo>
                  <a:cubicBezTo>
                    <a:pt x="451" y="10138"/>
                    <a:pt x="10139" y="451"/>
                    <a:pt x="22045" y="451"/>
                  </a:cubicBezTo>
                  <a:lnTo>
                    <a:pt x="51581" y="451"/>
                  </a:lnTo>
                  <a:lnTo>
                    <a:pt x="515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30"/>
            <p:cNvSpPr/>
            <p:nvPr/>
          </p:nvSpPr>
          <p:spPr>
            <a:xfrm rot="-5400000">
              <a:off x="6805472" y="3863449"/>
              <a:ext cx="894002" cy="708185"/>
            </a:xfrm>
            <a:custGeom>
              <a:rect b="b" l="l" r="r" t="t"/>
              <a:pathLst>
                <a:path extrusionOk="0" h="38741" w="48906">
                  <a:moveTo>
                    <a:pt x="19369" y="1"/>
                  </a:moveTo>
                  <a:cubicBezTo>
                    <a:pt x="8690" y="1"/>
                    <a:pt x="1" y="8690"/>
                    <a:pt x="1" y="19371"/>
                  </a:cubicBezTo>
                  <a:cubicBezTo>
                    <a:pt x="1" y="30052"/>
                    <a:pt x="8690" y="38741"/>
                    <a:pt x="19369" y="38741"/>
                  </a:cubicBezTo>
                  <a:lnTo>
                    <a:pt x="48905" y="38741"/>
                  </a:lnTo>
                  <a:lnTo>
                    <a:pt x="48905" y="38291"/>
                  </a:lnTo>
                  <a:lnTo>
                    <a:pt x="19369" y="38291"/>
                  </a:lnTo>
                  <a:cubicBezTo>
                    <a:pt x="8938" y="38291"/>
                    <a:pt x="449" y="29804"/>
                    <a:pt x="449" y="19371"/>
                  </a:cubicBezTo>
                  <a:cubicBezTo>
                    <a:pt x="449" y="8938"/>
                    <a:pt x="8938" y="451"/>
                    <a:pt x="19369" y="451"/>
                  </a:cubicBezTo>
                  <a:lnTo>
                    <a:pt x="48905" y="451"/>
                  </a:lnTo>
                  <a:lnTo>
                    <a:pt x="4890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30"/>
            <p:cNvSpPr/>
            <p:nvPr/>
          </p:nvSpPr>
          <p:spPr>
            <a:xfrm rot="-5400000">
              <a:off x="6829910" y="3887891"/>
              <a:ext cx="845121" cy="610424"/>
            </a:xfrm>
            <a:custGeom>
              <a:rect b="b" l="l" r="r" t="t"/>
              <a:pathLst>
                <a:path extrusionOk="0" h="33393" w="46232">
                  <a:moveTo>
                    <a:pt x="16695" y="1"/>
                  </a:moveTo>
                  <a:cubicBezTo>
                    <a:pt x="7489" y="1"/>
                    <a:pt x="1" y="7491"/>
                    <a:pt x="1" y="16697"/>
                  </a:cubicBezTo>
                  <a:cubicBezTo>
                    <a:pt x="1" y="25903"/>
                    <a:pt x="7489" y="33393"/>
                    <a:pt x="16695" y="33393"/>
                  </a:cubicBezTo>
                  <a:lnTo>
                    <a:pt x="46231" y="33393"/>
                  </a:lnTo>
                  <a:lnTo>
                    <a:pt x="46231" y="32943"/>
                  </a:lnTo>
                  <a:lnTo>
                    <a:pt x="16695" y="32943"/>
                  </a:lnTo>
                  <a:cubicBezTo>
                    <a:pt x="7737" y="32943"/>
                    <a:pt x="449" y="25655"/>
                    <a:pt x="449" y="16697"/>
                  </a:cubicBezTo>
                  <a:cubicBezTo>
                    <a:pt x="449" y="7739"/>
                    <a:pt x="7737" y="451"/>
                    <a:pt x="16695" y="451"/>
                  </a:cubicBezTo>
                  <a:lnTo>
                    <a:pt x="46231" y="451"/>
                  </a:lnTo>
                  <a:lnTo>
                    <a:pt x="4623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30"/>
            <p:cNvSpPr/>
            <p:nvPr/>
          </p:nvSpPr>
          <p:spPr>
            <a:xfrm rot="-5400000">
              <a:off x="6854349" y="3912352"/>
              <a:ext cx="796222" cy="512608"/>
            </a:xfrm>
            <a:custGeom>
              <a:rect b="b" l="l" r="r" t="t"/>
              <a:pathLst>
                <a:path extrusionOk="0" h="28042" w="43557">
                  <a:moveTo>
                    <a:pt x="14022" y="0"/>
                  </a:moveTo>
                  <a:cubicBezTo>
                    <a:pt x="6289" y="0"/>
                    <a:pt x="0" y="6291"/>
                    <a:pt x="0" y="14022"/>
                  </a:cubicBezTo>
                  <a:cubicBezTo>
                    <a:pt x="0" y="21753"/>
                    <a:pt x="6289" y="28042"/>
                    <a:pt x="14022" y="28042"/>
                  </a:cubicBezTo>
                  <a:lnTo>
                    <a:pt x="43556" y="28042"/>
                  </a:lnTo>
                  <a:lnTo>
                    <a:pt x="43556" y="27593"/>
                  </a:lnTo>
                  <a:lnTo>
                    <a:pt x="14022" y="27593"/>
                  </a:lnTo>
                  <a:cubicBezTo>
                    <a:pt x="6537" y="27593"/>
                    <a:pt x="450" y="21505"/>
                    <a:pt x="450" y="14022"/>
                  </a:cubicBezTo>
                  <a:cubicBezTo>
                    <a:pt x="450" y="6539"/>
                    <a:pt x="6537" y="450"/>
                    <a:pt x="14022" y="450"/>
                  </a:cubicBezTo>
                  <a:lnTo>
                    <a:pt x="43556" y="450"/>
                  </a:lnTo>
                  <a:lnTo>
                    <a:pt x="4355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30"/>
            <p:cNvSpPr/>
            <p:nvPr/>
          </p:nvSpPr>
          <p:spPr>
            <a:xfrm rot="-5400000">
              <a:off x="6878806" y="3936776"/>
              <a:ext cx="747341" cy="414883"/>
            </a:xfrm>
            <a:custGeom>
              <a:rect b="b" l="l" r="r" t="t"/>
              <a:pathLst>
                <a:path extrusionOk="0" h="22696" w="40883">
                  <a:moveTo>
                    <a:pt x="11348" y="0"/>
                  </a:moveTo>
                  <a:cubicBezTo>
                    <a:pt x="5090" y="0"/>
                    <a:pt x="0" y="5090"/>
                    <a:pt x="0" y="11348"/>
                  </a:cubicBezTo>
                  <a:cubicBezTo>
                    <a:pt x="0" y="17603"/>
                    <a:pt x="5090" y="22695"/>
                    <a:pt x="11348" y="22695"/>
                  </a:cubicBezTo>
                  <a:lnTo>
                    <a:pt x="40882" y="22695"/>
                  </a:lnTo>
                  <a:lnTo>
                    <a:pt x="40882" y="22245"/>
                  </a:lnTo>
                  <a:lnTo>
                    <a:pt x="11348" y="22245"/>
                  </a:lnTo>
                  <a:cubicBezTo>
                    <a:pt x="5338" y="22245"/>
                    <a:pt x="451" y="17357"/>
                    <a:pt x="451" y="11348"/>
                  </a:cubicBezTo>
                  <a:cubicBezTo>
                    <a:pt x="451" y="5338"/>
                    <a:pt x="5338" y="450"/>
                    <a:pt x="11348" y="450"/>
                  </a:cubicBezTo>
                  <a:lnTo>
                    <a:pt x="40882" y="450"/>
                  </a:lnTo>
                  <a:lnTo>
                    <a:pt x="4088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 name="Google Shape;23;p30"/>
          <p:cNvSpPr/>
          <p:nvPr/>
        </p:nvSpPr>
        <p:spPr>
          <a:xfrm>
            <a:off x="1235850" y="1095288"/>
            <a:ext cx="6672300" cy="29529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30"/>
          <p:cNvSpPr txBox="1"/>
          <p:nvPr>
            <p:ph type="ctrTitle"/>
          </p:nvPr>
        </p:nvSpPr>
        <p:spPr>
          <a:xfrm>
            <a:off x="1605450" y="1471350"/>
            <a:ext cx="5933100" cy="1779900"/>
          </a:xfrm>
          <a:prstGeom prst="rect">
            <a:avLst/>
          </a:prstGeom>
          <a:noFill/>
          <a:ln>
            <a:noFill/>
          </a:ln>
        </p:spPr>
        <p:txBody>
          <a:bodyPr anchorCtr="0" anchor="b" bIns="91425" lIns="91425" spcFirstLastPara="1" rIns="91425" wrap="square" tIns="91425">
            <a:noAutofit/>
          </a:bodyPr>
          <a:lstStyle>
            <a:lvl1pPr lvl="0" algn="ctr">
              <a:lnSpc>
                <a:spcPct val="90000"/>
              </a:lnSpc>
              <a:spcBef>
                <a:spcPts val="0"/>
              </a:spcBef>
              <a:spcAft>
                <a:spcPts val="0"/>
              </a:spcAft>
              <a:buClr>
                <a:srgbClr val="191919"/>
              </a:buClr>
              <a:buSzPts val="5200"/>
              <a:buNone/>
              <a:defRPr sz="60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25" name="Google Shape;25;p30"/>
          <p:cNvSpPr txBox="1"/>
          <p:nvPr>
            <p:ph idx="1" type="subTitle"/>
          </p:nvPr>
        </p:nvSpPr>
        <p:spPr>
          <a:xfrm>
            <a:off x="2392475" y="3264938"/>
            <a:ext cx="4359000" cy="409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26" name="Google Shape;26;p30"/>
          <p:cNvGrpSpPr/>
          <p:nvPr/>
        </p:nvGrpSpPr>
        <p:grpSpPr>
          <a:xfrm>
            <a:off x="4175574" y="433467"/>
            <a:ext cx="1517234" cy="203069"/>
            <a:chOff x="4175574" y="433467"/>
            <a:chExt cx="1517234" cy="203069"/>
          </a:xfrm>
        </p:grpSpPr>
        <p:sp>
          <p:nvSpPr>
            <p:cNvPr id="27" name="Google Shape;27;p30"/>
            <p:cNvSpPr/>
            <p:nvPr/>
          </p:nvSpPr>
          <p:spPr>
            <a:xfrm rot="10800000">
              <a:off x="4175574" y="502644"/>
              <a:ext cx="65443" cy="65416"/>
            </a:xfrm>
            <a:custGeom>
              <a:rect b="b" l="l" r="r" t="t"/>
              <a:pathLst>
                <a:path extrusionOk="0" h="2417" w="2418">
                  <a:moveTo>
                    <a:pt x="1210" y="1"/>
                  </a:moveTo>
                  <a:cubicBezTo>
                    <a:pt x="542" y="1"/>
                    <a:pt x="0" y="540"/>
                    <a:pt x="0" y="1209"/>
                  </a:cubicBezTo>
                  <a:cubicBezTo>
                    <a:pt x="0" y="1877"/>
                    <a:pt x="542" y="2416"/>
                    <a:pt x="1210" y="2416"/>
                  </a:cubicBezTo>
                  <a:cubicBezTo>
                    <a:pt x="1876" y="2416"/>
                    <a:pt x="2418" y="1877"/>
                    <a:pt x="2418" y="1209"/>
                  </a:cubicBezTo>
                  <a:cubicBezTo>
                    <a:pt x="2418" y="542"/>
                    <a:pt x="1876" y="1"/>
                    <a:pt x="121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30"/>
            <p:cNvSpPr/>
            <p:nvPr/>
          </p:nvSpPr>
          <p:spPr>
            <a:xfrm rot="10800000">
              <a:off x="4280609" y="528923"/>
              <a:ext cx="1307158" cy="12152"/>
            </a:xfrm>
            <a:custGeom>
              <a:rect b="b" l="l" r="r" t="t"/>
              <a:pathLst>
                <a:path extrusionOk="0" h="449" w="48297">
                  <a:moveTo>
                    <a:pt x="0" y="1"/>
                  </a:moveTo>
                  <a:lnTo>
                    <a:pt x="0" y="449"/>
                  </a:lnTo>
                  <a:lnTo>
                    <a:pt x="48297" y="449"/>
                  </a:lnTo>
                  <a:lnTo>
                    <a:pt x="4829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30"/>
            <p:cNvSpPr/>
            <p:nvPr/>
          </p:nvSpPr>
          <p:spPr>
            <a:xfrm rot="10800000">
              <a:off x="4832644" y="433467"/>
              <a:ext cx="203069" cy="203069"/>
            </a:xfrm>
            <a:custGeom>
              <a:rect b="b" l="l" r="r" t="t"/>
              <a:pathLst>
                <a:path extrusionOk="0" h="7503" w="7503">
                  <a:moveTo>
                    <a:pt x="3750" y="1"/>
                  </a:moveTo>
                  <a:lnTo>
                    <a:pt x="0" y="3753"/>
                  </a:lnTo>
                  <a:lnTo>
                    <a:pt x="3750" y="7503"/>
                  </a:lnTo>
                  <a:lnTo>
                    <a:pt x="7503" y="3753"/>
                  </a:lnTo>
                  <a:lnTo>
                    <a:pt x="375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30"/>
            <p:cNvSpPr/>
            <p:nvPr/>
          </p:nvSpPr>
          <p:spPr>
            <a:xfrm rot="10800000">
              <a:off x="4797131" y="454388"/>
              <a:ext cx="12179" cy="161199"/>
            </a:xfrm>
            <a:custGeom>
              <a:rect b="b" l="l" r="r" t="t"/>
              <a:pathLst>
                <a:path extrusionOk="0" h="5956" w="450">
                  <a:moveTo>
                    <a:pt x="1" y="0"/>
                  </a:moveTo>
                  <a:lnTo>
                    <a:pt x="1" y="5955"/>
                  </a:lnTo>
                  <a:lnTo>
                    <a:pt x="449" y="5955"/>
                  </a:lnTo>
                  <a:lnTo>
                    <a:pt x="44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30"/>
            <p:cNvSpPr/>
            <p:nvPr/>
          </p:nvSpPr>
          <p:spPr>
            <a:xfrm rot="10800000">
              <a:off x="4748305" y="481669"/>
              <a:ext cx="12233" cy="106663"/>
            </a:xfrm>
            <a:custGeom>
              <a:rect b="b" l="l" r="r" t="t"/>
              <a:pathLst>
                <a:path extrusionOk="0" h="3941" w="452">
                  <a:moveTo>
                    <a:pt x="1" y="1"/>
                  </a:moveTo>
                  <a:lnTo>
                    <a:pt x="1" y="3941"/>
                  </a:lnTo>
                  <a:lnTo>
                    <a:pt x="451" y="3941"/>
                  </a:lnTo>
                  <a:lnTo>
                    <a:pt x="45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30"/>
            <p:cNvSpPr/>
            <p:nvPr/>
          </p:nvSpPr>
          <p:spPr>
            <a:xfrm rot="10800000">
              <a:off x="4566725" y="482562"/>
              <a:ext cx="104850" cy="104850"/>
            </a:xfrm>
            <a:custGeom>
              <a:rect b="b" l="l" r="r" t="t"/>
              <a:pathLst>
                <a:path extrusionOk="0" h="3874" w="3874">
                  <a:moveTo>
                    <a:pt x="3553" y="0"/>
                  </a:moveTo>
                  <a:lnTo>
                    <a:pt x="0" y="3555"/>
                  </a:lnTo>
                  <a:lnTo>
                    <a:pt x="318" y="3873"/>
                  </a:lnTo>
                  <a:lnTo>
                    <a:pt x="3873" y="318"/>
                  </a:lnTo>
                  <a:lnTo>
                    <a:pt x="3553"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30"/>
            <p:cNvSpPr/>
            <p:nvPr/>
          </p:nvSpPr>
          <p:spPr>
            <a:xfrm rot="10800000">
              <a:off x="4566779" y="482562"/>
              <a:ext cx="104796" cy="104850"/>
            </a:xfrm>
            <a:custGeom>
              <a:rect b="b" l="l" r="r" t="t"/>
              <a:pathLst>
                <a:path extrusionOk="0" h="3874" w="3872">
                  <a:moveTo>
                    <a:pt x="318" y="0"/>
                  </a:moveTo>
                  <a:lnTo>
                    <a:pt x="0" y="320"/>
                  </a:lnTo>
                  <a:lnTo>
                    <a:pt x="3553" y="3873"/>
                  </a:lnTo>
                  <a:lnTo>
                    <a:pt x="3872" y="3555"/>
                  </a:lnTo>
                  <a:lnTo>
                    <a:pt x="31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30"/>
            <p:cNvSpPr/>
            <p:nvPr/>
          </p:nvSpPr>
          <p:spPr>
            <a:xfrm rot="10800000">
              <a:off x="4398459" y="460829"/>
              <a:ext cx="101061" cy="145204"/>
            </a:xfrm>
            <a:custGeom>
              <a:rect b="b" l="l" r="r" t="t"/>
              <a:pathLst>
                <a:path extrusionOk="0" h="5365" w="3734">
                  <a:moveTo>
                    <a:pt x="2682" y="1"/>
                  </a:moveTo>
                  <a:cubicBezTo>
                    <a:pt x="1202" y="1"/>
                    <a:pt x="1" y="1202"/>
                    <a:pt x="1" y="2682"/>
                  </a:cubicBezTo>
                  <a:cubicBezTo>
                    <a:pt x="1" y="4164"/>
                    <a:pt x="1202" y="5365"/>
                    <a:pt x="2682" y="5365"/>
                  </a:cubicBezTo>
                  <a:cubicBezTo>
                    <a:pt x="3055" y="5365"/>
                    <a:pt x="3410" y="5288"/>
                    <a:pt x="3733" y="5150"/>
                  </a:cubicBezTo>
                  <a:cubicBezTo>
                    <a:pt x="2775" y="4741"/>
                    <a:pt x="2102" y="3791"/>
                    <a:pt x="2102" y="2682"/>
                  </a:cubicBezTo>
                  <a:cubicBezTo>
                    <a:pt x="2102" y="1574"/>
                    <a:pt x="2775" y="623"/>
                    <a:pt x="3733" y="215"/>
                  </a:cubicBezTo>
                  <a:cubicBezTo>
                    <a:pt x="3410" y="76"/>
                    <a:pt x="3055" y="1"/>
                    <a:pt x="268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30"/>
            <p:cNvSpPr/>
            <p:nvPr/>
          </p:nvSpPr>
          <p:spPr>
            <a:xfrm rot="10800000">
              <a:off x="4203588" y="453955"/>
              <a:ext cx="123092" cy="162065"/>
            </a:xfrm>
            <a:custGeom>
              <a:rect b="b" l="l" r="r" t="t"/>
              <a:pathLst>
                <a:path extrusionOk="0" h="5988" w="4548">
                  <a:moveTo>
                    <a:pt x="1" y="0"/>
                  </a:moveTo>
                  <a:lnTo>
                    <a:pt x="1" y="5987"/>
                  </a:lnTo>
                  <a:lnTo>
                    <a:pt x="4547" y="2995"/>
                  </a:lnTo>
                  <a:lnTo>
                    <a:pt x="1"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30"/>
            <p:cNvSpPr/>
            <p:nvPr/>
          </p:nvSpPr>
          <p:spPr>
            <a:xfrm rot="10800000">
              <a:off x="5627392" y="502644"/>
              <a:ext cx="65416" cy="65416"/>
            </a:xfrm>
            <a:custGeom>
              <a:rect b="b" l="l" r="r" t="t"/>
              <a:pathLst>
                <a:path extrusionOk="0" h="2417" w="2417">
                  <a:moveTo>
                    <a:pt x="1209" y="1"/>
                  </a:moveTo>
                  <a:cubicBezTo>
                    <a:pt x="541" y="1"/>
                    <a:pt x="1" y="540"/>
                    <a:pt x="1" y="1209"/>
                  </a:cubicBezTo>
                  <a:cubicBezTo>
                    <a:pt x="1" y="1877"/>
                    <a:pt x="541" y="2416"/>
                    <a:pt x="1209" y="2416"/>
                  </a:cubicBezTo>
                  <a:cubicBezTo>
                    <a:pt x="1875" y="2416"/>
                    <a:pt x="2417" y="1877"/>
                    <a:pt x="2417" y="1209"/>
                  </a:cubicBezTo>
                  <a:cubicBezTo>
                    <a:pt x="2417" y="542"/>
                    <a:pt x="1875" y="1"/>
                    <a:pt x="120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30"/>
            <p:cNvSpPr/>
            <p:nvPr/>
          </p:nvSpPr>
          <p:spPr>
            <a:xfrm rot="10800000">
              <a:off x="5059071" y="454388"/>
              <a:ext cx="12206" cy="161199"/>
            </a:xfrm>
            <a:custGeom>
              <a:rect b="b" l="l" r="r" t="t"/>
              <a:pathLst>
                <a:path extrusionOk="0" h="5956" w="451">
                  <a:moveTo>
                    <a:pt x="1" y="0"/>
                  </a:moveTo>
                  <a:lnTo>
                    <a:pt x="1" y="5955"/>
                  </a:lnTo>
                  <a:lnTo>
                    <a:pt x="451" y="5955"/>
                  </a:lnTo>
                  <a:lnTo>
                    <a:pt x="45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30"/>
            <p:cNvSpPr/>
            <p:nvPr/>
          </p:nvSpPr>
          <p:spPr>
            <a:xfrm rot="10800000">
              <a:off x="5107843" y="481669"/>
              <a:ext cx="12206" cy="106663"/>
            </a:xfrm>
            <a:custGeom>
              <a:rect b="b" l="l" r="r" t="t"/>
              <a:pathLst>
                <a:path extrusionOk="0" h="3941" w="451">
                  <a:moveTo>
                    <a:pt x="1" y="1"/>
                  </a:moveTo>
                  <a:lnTo>
                    <a:pt x="1" y="3941"/>
                  </a:lnTo>
                  <a:lnTo>
                    <a:pt x="451" y="3941"/>
                  </a:lnTo>
                  <a:lnTo>
                    <a:pt x="45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30"/>
            <p:cNvSpPr/>
            <p:nvPr/>
          </p:nvSpPr>
          <p:spPr>
            <a:xfrm rot="10800000">
              <a:off x="5196781" y="482562"/>
              <a:ext cx="104850" cy="104850"/>
            </a:xfrm>
            <a:custGeom>
              <a:rect b="b" l="l" r="r" t="t"/>
              <a:pathLst>
                <a:path extrusionOk="0" h="3874" w="3874">
                  <a:moveTo>
                    <a:pt x="319" y="0"/>
                  </a:moveTo>
                  <a:lnTo>
                    <a:pt x="0" y="320"/>
                  </a:lnTo>
                  <a:lnTo>
                    <a:pt x="3555" y="3873"/>
                  </a:lnTo>
                  <a:lnTo>
                    <a:pt x="3874" y="3555"/>
                  </a:lnTo>
                  <a:lnTo>
                    <a:pt x="31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30"/>
            <p:cNvSpPr/>
            <p:nvPr/>
          </p:nvSpPr>
          <p:spPr>
            <a:xfrm rot="10800000">
              <a:off x="5196781" y="482562"/>
              <a:ext cx="104850" cy="104850"/>
            </a:xfrm>
            <a:custGeom>
              <a:rect b="b" l="l" r="r" t="t"/>
              <a:pathLst>
                <a:path extrusionOk="0" h="3874" w="3874">
                  <a:moveTo>
                    <a:pt x="3555" y="0"/>
                  </a:moveTo>
                  <a:lnTo>
                    <a:pt x="0" y="3555"/>
                  </a:lnTo>
                  <a:lnTo>
                    <a:pt x="319" y="3873"/>
                  </a:lnTo>
                  <a:lnTo>
                    <a:pt x="3874" y="320"/>
                  </a:lnTo>
                  <a:lnTo>
                    <a:pt x="3555"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30"/>
            <p:cNvSpPr/>
            <p:nvPr/>
          </p:nvSpPr>
          <p:spPr>
            <a:xfrm rot="10800000">
              <a:off x="5368863" y="460829"/>
              <a:ext cx="101034" cy="145204"/>
            </a:xfrm>
            <a:custGeom>
              <a:rect b="b" l="l" r="r" t="t"/>
              <a:pathLst>
                <a:path extrusionOk="0" h="5365" w="3733">
                  <a:moveTo>
                    <a:pt x="1050" y="1"/>
                  </a:moveTo>
                  <a:cubicBezTo>
                    <a:pt x="677" y="1"/>
                    <a:pt x="322" y="76"/>
                    <a:pt x="0" y="215"/>
                  </a:cubicBezTo>
                  <a:cubicBezTo>
                    <a:pt x="959" y="623"/>
                    <a:pt x="1630" y="1574"/>
                    <a:pt x="1630" y="2682"/>
                  </a:cubicBezTo>
                  <a:cubicBezTo>
                    <a:pt x="1630" y="3791"/>
                    <a:pt x="959" y="4741"/>
                    <a:pt x="0" y="5150"/>
                  </a:cubicBezTo>
                  <a:cubicBezTo>
                    <a:pt x="322" y="5288"/>
                    <a:pt x="677" y="5365"/>
                    <a:pt x="1050" y="5365"/>
                  </a:cubicBezTo>
                  <a:cubicBezTo>
                    <a:pt x="2532" y="5365"/>
                    <a:pt x="3733" y="4164"/>
                    <a:pt x="3733" y="2682"/>
                  </a:cubicBezTo>
                  <a:cubicBezTo>
                    <a:pt x="3733" y="1202"/>
                    <a:pt x="2532" y="1"/>
                    <a:pt x="105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30"/>
            <p:cNvSpPr/>
            <p:nvPr/>
          </p:nvSpPr>
          <p:spPr>
            <a:xfrm rot="10800000">
              <a:off x="5541731" y="453955"/>
              <a:ext cx="123037" cy="162065"/>
            </a:xfrm>
            <a:custGeom>
              <a:rect b="b" l="l" r="r" t="t"/>
              <a:pathLst>
                <a:path extrusionOk="0" h="5988" w="4546">
                  <a:moveTo>
                    <a:pt x="4545" y="0"/>
                  </a:moveTo>
                  <a:lnTo>
                    <a:pt x="0" y="2995"/>
                  </a:lnTo>
                  <a:lnTo>
                    <a:pt x="4545" y="5987"/>
                  </a:lnTo>
                  <a:lnTo>
                    <a:pt x="4545"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3" name="Google Shape;43;p30"/>
          <p:cNvGrpSpPr/>
          <p:nvPr/>
        </p:nvGrpSpPr>
        <p:grpSpPr>
          <a:xfrm>
            <a:off x="4708922" y="4403157"/>
            <a:ext cx="450535" cy="410703"/>
            <a:chOff x="4708922" y="4403157"/>
            <a:chExt cx="450535" cy="410703"/>
          </a:xfrm>
        </p:grpSpPr>
        <p:sp>
          <p:nvSpPr>
            <p:cNvPr id="44" name="Google Shape;44;p30"/>
            <p:cNvSpPr/>
            <p:nvPr/>
          </p:nvSpPr>
          <p:spPr>
            <a:xfrm>
              <a:off x="4799768" y="4432514"/>
              <a:ext cx="139004" cy="179325"/>
            </a:xfrm>
            <a:custGeom>
              <a:rect b="b" l="l" r="r" t="t"/>
              <a:pathLst>
                <a:path extrusionOk="0" h="9175" w="7112">
                  <a:moveTo>
                    <a:pt x="481" y="0"/>
                  </a:moveTo>
                  <a:lnTo>
                    <a:pt x="1" y="360"/>
                  </a:lnTo>
                  <a:lnTo>
                    <a:pt x="6631" y="9174"/>
                  </a:lnTo>
                  <a:lnTo>
                    <a:pt x="7111" y="8814"/>
                  </a:lnTo>
                  <a:lnTo>
                    <a:pt x="4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30"/>
            <p:cNvSpPr/>
            <p:nvPr/>
          </p:nvSpPr>
          <p:spPr>
            <a:xfrm>
              <a:off x="4709117" y="4538548"/>
              <a:ext cx="226800" cy="75874"/>
            </a:xfrm>
            <a:custGeom>
              <a:rect b="b" l="l" r="r" t="t"/>
              <a:pathLst>
                <a:path extrusionOk="0" h="3882" w="11604">
                  <a:moveTo>
                    <a:pt x="168" y="1"/>
                  </a:moveTo>
                  <a:lnTo>
                    <a:pt x="1" y="578"/>
                  </a:lnTo>
                  <a:lnTo>
                    <a:pt x="11436" y="3881"/>
                  </a:lnTo>
                  <a:lnTo>
                    <a:pt x="11603" y="3305"/>
                  </a:lnTo>
                  <a:lnTo>
                    <a:pt x="16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30"/>
            <p:cNvSpPr/>
            <p:nvPr/>
          </p:nvSpPr>
          <p:spPr>
            <a:xfrm>
              <a:off x="4929295" y="4432612"/>
              <a:ext cx="139024" cy="179267"/>
            </a:xfrm>
            <a:custGeom>
              <a:rect b="b" l="l" r="r" t="t"/>
              <a:pathLst>
                <a:path extrusionOk="0" h="9172" w="7113">
                  <a:moveTo>
                    <a:pt x="6634" y="0"/>
                  </a:moveTo>
                  <a:lnTo>
                    <a:pt x="1" y="8811"/>
                  </a:lnTo>
                  <a:lnTo>
                    <a:pt x="479" y="9171"/>
                  </a:lnTo>
                  <a:lnTo>
                    <a:pt x="7113" y="361"/>
                  </a:lnTo>
                  <a:lnTo>
                    <a:pt x="663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30"/>
            <p:cNvSpPr/>
            <p:nvPr/>
          </p:nvSpPr>
          <p:spPr>
            <a:xfrm>
              <a:off x="4928201" y="4403157"/>
              <a:ext cx="11727" cy="205340"/>
            </a:xfrm>
            <a:custGeom>
              <a:rect b="b" l="l" r="r" t="t"/>
              <a:pathLst>
                <a:path extrusionOk="0" h="10506" w="600">
                  <a:moveTo>
                    <a:pt x="0" y="1"/>
                  </a:moveTo>
                  <a:lnTo>
                    <a:pt x="0" y="10506"/>
                  </a:lnTo>
                  <a:lnTo>
                    <a:pt x="600" y="10506"/>
                  </a:lnTo>
                  <a:lnTo>
                    <a:pt x="60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30"/>
            <p:cNvSpPr/>
            <p:nvPr/>
          </p:nvSpPr>
          <p:spPr>
            <a:xfrm>
              <a:off x="4932462" y="4538274"/>
              <a:ext cx="226781" cy="75796"/>
            </a:xfrm>
            <a:custGeom>
              <a:rect b="b" l="l" r="r" t="t"/>
              <a:pathLst>
                <a:path extrusionOk="0" h="3878" w="11603">
                  <a:moveTo>
                    <a:pt x="11437" y="1"/>
                  </a:moveTo>
                  <a:lnTo>
                    <a:pt x="0" y="3301"/>
                  </a:lnTo>
                  <a:lnTo>
                    <a:pt x="167" y="3878"/>
                  </a:lnTo>
                  <a:lnTo>
                    <a:pt x="11603" y="578"/>
                  </a:lnTo>
                  <a:lnTo>
                    <a:pt x="114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30"/>
            <p:cNvSpPr/>
            <p:nvPr/>
          </p:nvSpPr>
          <p:spPr>
            <a:xfrm>
              <a:off x="4799710" y="4604885"/>
              <a:ext cx="139063" cy="179286"/>
            </a:xfrm>
            <a:custGeom>
              <a:rect b="b" l="l" r="r" t="t"/>
              <a:pathLst>
                <a:path extrusionOk="0" h="9173" w="7115">
                  <a:moveTo>
                    <a:pt x="6636" y="0"/>
                  </a:moveTo>
                  <a:lnTo>
                    <a:pt x="0" y="8811"/>
                  </a:lnTo>
                  <a:lnTo>
                    <a:pt x="480" y="9173"/>
                  </a:lnTo>
                  <a:lnTo>
                    <a:pt x="7114" y="362"/>
                  </a:lnTo>
                  <a:lnTo>
                    <a:pt x="663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30"/>
            <p:cNvSpPr/>
            <p:nvPr/>
          </p:nvSpPr>
          <p:spPr>
            <a:xfrm>
              <a:off x="4708922" y="4602813"/>
              <a:ext cx="226820" cy="75796"/>
            </a:xfrm>
            <a:custGeom>
              <a:rect b="b" l="l" r="r" t="t"/>
              <a:pathLst>
                <a:path extrusionOk="0" h="3878" w="11605">
                  <a:moveTo>
                    <a:pt x="11437" y="1"/>
                  </a:moveTo>
                  <a:lnTo>
                    <a:pt x="0" y="3303"/>
                  </a:lnTo>
                  <a:lnTo>
                    <a:pt x="167" y="3878"/>
                  </a:lnTo>
                  <a:lnTo>
                    <a:pt x="11604" y="577"/>
                  </a:lnTo>
                  <a:lnTo>
                    <a:pt x="114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30"/>
            <p:cNvSpPr/>
            <p:nvPr/>
          </p:nvSpPr>
          <p:spPr>
            <a:xfrm>
              <a:off x="4929374" y="4604768"/>
              <a:ext cx="138945" cy="179345"/>
            </a:xfrm>
            <a:custGeom>
              <a:rect b="b" l="l" r="r" t="t"/>
              <a:pathLst>
                <a:path extrusionOk="0" h="9176" w="7109">
                  <a:moveTo>
                    <a:pt x="480" y="1"/>
                  </a:moveTo>
                  <a:lnTo>
                    <a:pt x="0" y="361"/>
                  </a:lnTo>
                  <a:lnTo>
                    <a:pt x="6630" y="9175"/>
                  </a:lnTo>
                  <a:lnTo>
                    <a:pt x="7109" y="8815"/>
                  </a:lnTo>
                  <a:lnTo>
                    <a:pt x="48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30"/>
            <p:cNvSpPr/>
            <p:nvPr/>
          </p:nvSpPr>
          <p:spPr>
            <a:xfrm>
              <a:off x="4928201" y="4608481"/>
              <a:ext cx="11727" cy="205379"/>
            </a:xfrm>
            <a:custGeom>
              <a:rect b="b" l="l" r="r" t="t"/>
              <a:pathLst>
                <a:path extrusionOk="0" h="10508" w="600">
                  <a:moveTo>
                    <a:pt x="0" y="1"/>
                  </a:moveTo>
                  <a:lnTo>
                    <a:pt x="0" y="10508"/>
                  </a:lnTo>
                  <a:lnTo>
                    <a:pt x="600" y="10508"/>
                  </a:lnTo>
                  <a:lnTo>
                    <a:pt x="60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30"/>
            <p:cNvSpPr/>
            <p:nvPr/>
          </p:nvSpPr>
          <p:spPr>
            <a:xfrm>
              <a:off x="4932657" y="4603126"/>
              <a:ext cx="226800" cy="75835"/>
            </a:xfrm>
            <a:custGeom>
              <a:rect b="b" l="l" r="r" t="t"/>
              <a:pathLst>
                <a:path extrusionOk="0" h="3880" w="11604">
                  <a:moveTo>
                    <a:pt x="168" y="1"/>
                  </a:moveTo>
                  <a:lnTo>
                    <a:pt x="1" y="577"/>
                  </a:lnTo>
                  <a:lnTo>
                    <a:pt x="11436" y="3879"/>
                  </a:lnTo>
                  <a:lnTo>
                    <a:pt x="11603" y="3302"/>
                  </a:lnTo>
                  <a:lnTo>
                    <a:pt x="16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30"/>
            <p:cNvSpPr/>
            <p:nvPr/>
          </p:nvSpPr>
          <p:spPr>
            <a:xfrm>
              <a:off x="4735992" y="4484251"/>
              <a:ext cx="396138" cy="248515"/>
            </a:xfrm>
            <a:custGeom>
              <a:rect b="b" l="l" r="r" t="t"/>
              <a:pathLst>
                <a:path extrusionOk="0" h="12715" w="20268">
                  <a:moveTo>
                    <a:pt x="10135" y="1"/>
                  </a:moveTo>
                  <a:cubicBezTo>
                    <a:pt x="3536" y="1"/>
                    <a:pt x="1" y="6359"/>
                    <a:pt x="1" y="6359"/>
                  </a:cubicBezTo>
                  <a:cubicBezTo>
                    <a:pt x="1" y="6359"/>
                    <a:pt x="3536" y="12714"/>
                    <a:pt x="10135" y="12714"/>
                  </a:cubicBezTo>
                  <a:cubicBezTo>
                    <a:pt x="16734" y="12714"/>
                    <a:pt x="20268" y="6359"/>
                    <a:pt x="20268" y="6359"/>
                  </a:cubicBezTo>
                  <a:cubicBezTo>
                    <a:pt x="20268" y="6359"/>
                    <a:pt x="16734" y="1"/>
                    <a:pt x="1013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30"/>
            <p:cNvSpPr/>
            <p:nvPr/>
          </p:nvSpPr>
          <p:spPr>
            <a:xfrm>
              <a:off x="4823242" y="4507530"/>
              <a:ext cx="221679" cy="201978"/>
            </a:xfrm>
            <a:custGeom>
              <a:rect b="b" l="l" r="r" t="t"/>
              <a:pathLst>
                <a:path extrusionOk="0" h="10334" w="11342">
                  <a:moveTo>
                    <a:pt x="5671" y="0"/>
                  </a:moveTo>
                  <a:cubicBezTo>
                    <a:pt x="4349" y="0"/>
                    <a:pt x="3027" y="505"/>
                    <a:pt x="2017" y="1514"/>
                  </a:cubicBezTo>
                  <a:cubicBezTo>
                    <a:pt x="1" y="3531"/>
                    <a:pt x="1" y="6803"/>
                    <a:pt x="2017" y="8819"/>
                  </a:cubicBezTo>
                  <a:cubicBezTo>
                    <a:pt x="3027" y="9829"/>
                    <a:pt x="4349" y="10333"/>
                    <a:pt x="5671" y="10333"/>
                  </a:cubicBezTo>
                  <a:cubicBezTo>
                    <a:pt x="6993" y="10333"/>
                    <a:pt x="8315" y="9829"/>
                    <a:pt x="9325" y="8819"/>
                  </a:cubicBezTo>
                  <a:cubicBezTo>
                    <a:pt x="11341" y="6803"/>
                    <a:pt x="11341" y="3531"/>
                    <a:pt x="9325" y="1514"/>
                  </a:cubicBezTo>
                  <a:cubicBezTo>
                    <a:pt x="8315" y="505"/>
                    <a:pt x="6993" y="0"/>
                    <a:pt x="567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30"/>
            <p:cNvSpPr/>
            <p:nvPr/>
          </p:nvSpPr>
          <p:spPr>
            <a:xfrm>
              <a:off x="4833113" y="4507530"/>
              <a:ext cx="201900" cy="201900"/>
            </a:xfrm>
            <a:custGeom>
              <a:rect b="b" l="l" r="r" t="t"/>
              <a:pathLst>
                <a:path extrusionOk="0" h="10330" w="10330">
                  <a:moveTo>
                    <a:pt x="5166" y="0"/>
                  </a:moveTo>
                  <a:lnTo>
                    <a:pt x="4035" y="4035"/>
                  </a:lnTo>
                  <a:lnTo>
                    <a:pt x="0" y="5166"/>
                  </a:lnTo>
                  <a:lnTo>
                    <a:pt x="4035" y="6295"/>
                  </a:lnTo>
                  <a:lnTo>
                    <a:pt x="5166" y="10330"/>
                  </a:lnTo>
                  <a:lnTo>
                    <a:pt x="6295" y="6295"/>
                  </a:lnTo>
                  <a:lnTo>
                    <a:pt x="10330" y="5166"/>
                  </a:lnTo>
                  <a:lnTo>
                    <a:pt x="6295" y="4035"/>
                  </a:lnTo>
                  <a:lnTo>
                    <a:pt x="5166"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7" name="Google Shape;57;p30"/>
          <p:cNvGrpSpPr/>
          <p:nvPr/>
        </p:nvGrpSpPr>
        <p:grpSpPr>
          <a:xfrm>
            <a:off x="8256029" y="341171"/>
            <a:ext cx="345754" cy="576812"/>
            <a:chOff x="1188110" y="553396"/>
            <a:chExt cx="620854" cy="1035940"/>
          </a:xfrm>
        </p:grpSpPr>
        <p:sp>
          <p:nvSpPr>
            <p:cNvPr id="58" name="Google Shape;58;p30"/>
            <p:cNvSpPr/>
            <p:nvPr/>
          </p:nvSpPr>
          <p:spPr>
            <a:xfrm>
              <a:off x="1283836" y="945270"/>
              <a:ext cx="429359" cy="429359"/>
            </a:xfrm>
            <a:custGeom>
              <a:rect b="b" l="l" r="r" t="t"/>
              <a:pathLst>
                <a:path extrusionOk="0" h="12447" w="12447">
                  <a:moveTo>
                    <a:pt x="6224" y="0"/>
                  </a:moveTo>
                  <a:cubicBezTo>
                    <a:pt x="2787" y="0"/>
                    <a:pt x="0" y="2785"/>
                    <a:pt x="0" y="6223"/>
                  </a:cubicBezTo>
                  <a:cubicBezTo>
                    <a:pt x="0" y="9660"/>
                    <a:pt x="2787" y="12447"/>
                    <a:pt x="6224" y="12447"/>
                  </a:cubicBezTo>
                  <a:cubicBezTo>
                    <a:pt x="9661" y="12447"/>
                    <a:pt x="12446" y="9660"/>
                    <a:pt x="12446" y="6223"/>
                  </a:cubicBezTo>
                  <a:cubicBezTo>
                    <a:pt x="12446" y="2785"/>
                    <a:pt x="9661" y="0"/>
                    <a:pt x="622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30"/>
            <p:cNvSpPr/>
            <p:nvPr/>
          </p:nvSpPr>
          <p:spPr>
            <a:xfrm>
              <a:off x="1283836" y="1374605"/>
              <a:ext cx="429359" cy="214731"/>
            </a:xfrm>
            <a:custGeom>
              <a:rect b="b" l="l" r="r" t="t"/>
              <a:pathLst>
                <a:path extrusionOk="0" h="6225" w="12447">
                  <a:moveTo>
                    <a:pt x="6224" y="1"/>
                  </a:moveTo>
                  <a:cubicBezTo>
                    <a:pt x="2787" y="1"/>
                    <a:pt x="0" y="2787"/>
                    <a:pt x="0" y="6225"/>
                  </a:cubicBezTo>
                  <a:lnTo>
                    <a:pt x="12446" y="6225"/>
                  </a:lnTo>
                  <a:cubicBezTo>
                    <a:pt x="12446" y="2787"/>
                    <a:pt x="9661" y="1"/>
                    <a:pt x="6224"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30"/>
            <p:cNvSpPr/>
            <p:nvPr/>
          </p:nvSpPr>
          <p:spPr>
            <a:xfrm>
              <a:off x="1302567" y="553396"/>
              <a:ext cx="391898" cy="391898"/>
            </a:xfrm>
            <a:custGeom>
              <a:rect b="b" l="l" r="r" t="t"/>
              <a:pathLst>
                <a:path extrusionOk="0" h="11361" w="11361">
                  <a:moveTo>
                    <a:pt x="5681" y="1"/>
                  </a:moveTo>
                  <a:lnTo>
                    <a:pt x="0" y="5680"/>
                  </a:lnTo>
                  <a:lnTo>
                    <a:pt x="5681" y="11360"/>
                  </a:lnTo>
                  <a:lnTo>
                    <a:pt x="11360" y="5680"/>
                  </a:lnTo>
                  <a:lnTo>
                    <a:pt x="568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30"/>
            <p:cNvSpPr/>
            <p:nvPr/>
          </p:nvSpPr>
          <p:spPr>
            <a:xfrm>
              <a:off x="1723071" y="741537"/>
              <a:ext cx="85893" cy="15557"/>
            </a:xfrm>
            <a:custGeom>
              <a:rect b="b" l="l" r="r" t="t"/>
              <a:pathLst>
                <a:path extrusionOk="0" h="451" w="2490">
                  <a:moveTo>
                    <a:pt x="0" y="1"/>
                  </a:moveTo>
                  <a:lnTo>
                    <a:pt x="0" y="451"/>
                  </a:lnTo>
                  <a:lnTo>
                    <a:pt x="2490" y="451"/>
                  </a:lnTo>
                  <a:lnTo>
                    <a:pt x="249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30"/>
            <p:cNvSpPr/>
            <p:nvPr/>
          </p:nvSpPr>
          <p:spPr>
            <a:xfrm>
              <a:off x="1188110" y="741537"/>
              <a:ext cx="85927" cy="15557"/>
            </a:xfrm>
            <a:custGeom>
              <a:rect b="b" l="l" r="r" t="t"/>
              <a:pathLst>
                <a:path extrusionOk="0" h="451" w="2491">
                  <a:moveTo>
                    <a:pt x="1" y="1"/>
                  </a:moveTo>
                  <a:lnTo>
                    <a:pt x="1" y="451"/>
                  </a:lnTo>
                  <a:lnTo>
                    <a:pt x="2490" y="451"/>
                  </a:lnTo>
                  <a:lnTo>
                    <a:pt x="249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30"/>
            <p:cNvSpPr/>
            <p:nvPr/>
          </p:nvSpPr>
          <p:spPr>
            <a:xfrm>
              <a:off x="1659565" y="632668"/>
              <a:ext cx="132185" cy="62332"/>
            </a:xfrm>
            <a:custGeom>
              <a:rect b="b" l="l" r="r" t="t"/>
              <a:pathLst>
                <a:path extrusionOk="0" h="1807" w="3832">
                  <a:moveTo>
                    <a:pt x="3673" y="1"/>
                  </a:moveTo>
                  <a:lnTo>
                    <a:pt x="0" y="1384"/>
                  </a:lnTo>
                  <a:lnTo>
                    <a:pt x="158" y="1806"/>
                  </a:lnTo>
                  <a:lnTo>
                    <a:pt x="3831" y="421"/>
                  </a:lnTo>
                  <a:lnTo>
                    <a:pt x="3673"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30"/>
            <p:cNvSpPr/>
            <p:nvPr/>
          </p:nvSpPr>
          <p:spPr>
            <a:xfrm>
              <a:off x="1205288" y="803871"/>
              <a:ext cx="132012" cy="62263"/>
            </a:xfrm>
            <a:custGeom>
              <a:rect b="b" l="l" r="r" t="t"/>
              <a:pathLst>
                <a:path extrusionOk="0" h="1805" w="3827">
                  <a:moveTo>
                    <a:pt x="3666" y="1"/>
                  </a:moveTo>
                  <a:lnTo>
                    <a:pt x="0" y="1383"/>
                  </a:lnTo>
                  <a:lnTo>
                    <a:pt x="158" y="1805"/>
                  </a:lnTo>
                  <a:lnTo>
                    <a:pt x="3826" y="423"/>
                  </a:lnTo>
                  <a:lnTo>
                    <a:pt x="3666"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30"/>
            <p:cNvSpPr/>
            <p:nvPr/>
          </p:nvSpPr>
          <p:spPr>
            <a:xfrm>
              <a:off x="1658702" y="803388"/>
              <a:ext cx="132909" cy="62574"/>
            </a:xfrm>
            <a:custGeom>
              <a:rect b="b" l="l" r="r" t="t"/>
              <a:pathLst>
                <a:path extrusionOk="0" h="1814" w="3853">
                  <a:moveTo>
                    <a:pt x="161" y="1"/>
                  </a:moveTo>
                  <a:lnTo>
                    <a:pt x="1" y="421"/>
                  </a:lnTo>
                  <a:lnTo>
                    <a:pt x="3695" y="1814"/>
                  </a:lnTo>
                  <a:lnTo>
                    <a:pt x="3853" y="1392"/>
                  </a:lnTo>
                  <a:lnTo>
                    <a:pt x="16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30"/>
            <p:cNvSpPr/>
            <p:nvPr/>
          </p:nvSpPr>
          <p:spPr>
            <a:xfrm>
              <a:off x="1205323" y="632668"/>
              <a:ext cx="132944" cy="62574"/>
            </a:xfrm>
            <a:custGeom>
              <a:rect b="b" l="l" r="r" t="t"/>
              <a:pathLst>
                <a:path extrusionOk="0" h="1814" w="3854">
                  <a:moveTo>
                    <a:pt x="161" y="1"/>
                  </a:moveTo>
                  <a:lnTo>
                    <a:pt x="1" y="423"/>
                  </a:lnTo>
                  <a:lnTo>
                    <a:pt x="3695" y="1813"/>
                  </a:lnTo>
                  <a:lnTo>
                    <a:pt x="3853" y="1393"/>
                  </a:lnTo>
                  <a:lnTo>
                    <a:pt x="16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7" name="Google Shape;67;p30"/>
          <p:cNvGrpSpPr/>
          <p:nvPr/>
        </p:nvGrpSpPr>
        <p:grpSpPr>
          <a:xfrm>
            <a:off x="1912961" y="4405442"/>
            <a:ext cx="1517235" cy="203069"/>
            <a:chOff x="1912961" y="4405442"/>
            <a:chExt cx="1517235" cy="203069"/>
          </a:xfrm>
        </p:grpSpPr>
        <p:sp>
          <p:nvSpPr>
            <p:cNvPr id="68" name="Google Shape;68;p30"/>
            <p:cNvSpPr/>
            <p:nvPr/>
          </p:nvSpPr>
          <p:spPr>
            <a:xfrm rot="10800000">
              <a:off x="1912961" y="4474619"/>
              <a:ext cx="65443" cy="65416"/>
            </a:xfrm>
            <a:custGeom>
              <a:rect b="b" l="l" r="r" t="t"/>
              <a:pathLst>
                <a:path extrusionOk="0" h="2417" w="2418">
                  <a:moveTo>
                    <a:pt x="1210" y="1"/>
                  </a:moveTo>
                  <a:cubicBezTo>
                    <a:pt x="542" y="1"/>
                    <a:pt x="0" y="540"/>
                    <a:pt x="0" y="1209"/>
                  </a:cubicBezTo>
                  <a:cubicBezTo>
                    <a:pt x="0" y="1877"/>
                    <a:pt x="542" y="2416"/>
                    <a:pt x="1210" y="2416"/>
                  </a:cubicBezTo>
                  <a:cubicBezTo>
                    <a:pt x="1876" y="2416"/>
                    <a:pt x="2418" y="1877"/>
                    <a:pt x="2418" y="1209"/>
                  </a:cubicBezTo>
                  <a:cubicBezTo>
                    <a:pt x="2418" y="542"/>
                    <a:pt x="1876" y="1"/>
                    <a:pt x="121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30"/>
            <p:cNvSpPr/>
            <p:nvPr/>
          </p:nvSpPr>
          <p:spPr>
            <a:xfrm rot="10800000">
              <a:off x="2017996" y="4500898"/>
              <a:ext cx="1307158" cy="12152"/>
            </a:xfrm>
            <a:custGeom>
              <a:rect b="b" l="l" r="r" t="t"/>
              <a:pathLst>
                <a:path extrusionOk="0" h="449" w="48297">
                  <a:moveTo>
                    <a:pt x="0" y="1"/>
                  </a:moveTo>
                  <a:lnTo>
                    <a:pt x="0" y="449"/>
                  </a:lnTo>
                  <a:lnTo>
                    <a:pt x="48297" y="449"/>
                  </a:lnTo>
                  <a:lnTo>
                    <a:pt x="4829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30"/>
            <p:cNvSpPr/>
            <p:nvPr/>
          </p:nvSpPr>
          <p:spPr>
            <a:xfrm rot="10800000">
              <a:off x="2570032" y="4405442"/>
              <a:ext cx="203069" cy="203069"/>
            </a:xfrm>
            <a:custGeom>
              <a:rect b="b" l="l" r="r" t="t"/>
              <a:pathLst>
                <a:path extrusionOk="0" h="7503" w="7503">
                  <a:moveTo>
                    <a:pt x="3750" y="1"/>
                  </a:moveTo>
                  <a:lnTo>
                    <a:pt x="0" y="3753"/>
                  </a:lnTo>
                  <a:lnTo>
                    <a:pt x="3750" y="7503"/>
                  </a:lnTo>
                  <a:lnTo>
                    <a:pt x="7503" y="3753"/>
                  </a:lnTo>
                  <a:lnTo>
                    <a:pt x="375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30"/>
            <p:cNvSpPr/>
            <p:nvPr/>
          </p:nvSpPr>
          <p:spPr>
            <a:xfrm rot="10800000">
              <a:off x="2534519" y="4426363"/>
              <a:ext cx="12179" cy="161199"/>
            </a:xfrm>
            <a:custGeom>
              <a:rect b="b" l="l" r="r" t="t"/>
              <a:pathLst>
                <a:path extrusionOk="0" h="5956" w="450">
                  <a:moveTo>
                    <a:pt x="1" y="0"/>
                  </a:moveTo>
                  <a:lnTo>
                    <a:pt x="1" y="5955"/>
                  </a:lnTo>
                  <a:lnTo>
                    <a:pt x="449" y="5955"/>
                  </a:lnTo>
                  <a:lnTo>
                    <a:pt x="44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30"/>
            <p:cNvSpPr/>
            <p:nvPr/>
          </p:nvSpPr>
          <p:spPr>
            <a:xfrm rot="10800000">
              <a:off x="2485693" y="4453644"/>
              <a:ext cx="12233" cy="106663"/>
            </a:xfrm>
            <a:custGeom>
              <a:rect b="b" l="l" r="r" t="t"/>
              <a:pathLst>
                <a:path extrusionOk="0" h="3941" w="452">
                  <a:moveTo>
                    <a:pt x="1" y="1"/>
                  </a:moveTo>
                  <a:lnTo>
                    <a:pt x="1" y="3941"/>
                  </a:lnTo>
                  <a:lnTo>
                    <a:pt x="451" y="3941"/>
                  </a:lnTo>
                  <a:lnTo>
                    <a:pt x="45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30"/>
            <p:cNvSpPr/>
            <p:nvPr/>
          </p:nvSpPr>
          <p:spPr>
            <a:xfrm rot="10800000">
              <a:off x="2304112" y="4454537"/>
              <a:ext cx="104850" cy="104850"/>
            </a:xfrm>
            <a:custGeom>
              <a:rect b="b" l="l" r="r" t="t"/>
              <a:pathLst>
                <a:path extrusionOk="0" h="3874" w="3874">
                  <a:moveTo>
                    <a:pt x="3553" y="0"/>
                  </a:moveTo>
                  <a:lnTo>
                    <a:pt x="0" y="3555"/>
                  </a:lnTo>
                  <a:lnTo>
                    <a:pt x="318" y="3873"/>
                  </a:lnTo>
                  <a:lnTo>
                    <a:pt x="3873" y="318"/>
                  </a:lnTo>
                  <a:lnTo>
                    <a:pt x="3553"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30"/>
            <p:cNvSpPr/>
            <p:nvPr/>
          </p:nvSpPr>
          <p:spPr>
            <a:xfrm rot="10800000">
              <a:off x="2304166" y="4454537"/>
              <a:ext cx="104796" cy="104850"/>
            </a:xfrm>
            <a:custGeom>
              <a:rect b="b" l="l" r="r" t="t"/>
              <a:pathLst>
                <a:path extrusionOk="0" h="3874" w="3872">
                  <a:moveTo>
                    <a:pt x="318" y="0"/>
                  </a:moveTo>
                  <a:lnTo>
                    <a:pt x="0" y="320"/>
                  </a:lnTo>
                  <a:lnTo>
                    <a:pt x="3553" y="3873"/>
                  </a:lnTo>
                  <a:lnTo>
                    <a:pt x="3872" y="3555"/>
                  </a:lnTo>
                  <a:lnTo>
                    <a:pt x="31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30"/>
            <p:cNvSpPr/>
            <p:nvPr/>
          </p:nvSpPr>
          <p:spPr>
            <a:xfrm rot="10800000">
              <a:off x="2135846" y="4432804"/>
              <a:ext cx="101061" cy="145204"/>
            </a:xfrm>
            <a:custGeom>
              <a:rect b="b" l="l" r="r" t="t"/>
              <a:pathLst>
                <a:path extrusionOk="0" h="5365" w="3734">
                  <a:moveTo>
                    <a:pt x="2682" y="1"/>
                  </a:moveTo>
                  <a:cubicBezTo>
                    <a:pt x="1202" y="1"/>
                    <a:pt x="1" y="1202"/>
                    <a:pt x="1" y="2682"/>
                  </a:cubicBezTo>
                  <a:cubicBezTo>
                    <a:pt x="1" y="4164"/>
                    <a:pt x="1202" y="5365"/>
                    <a:pt x="2682" y="5365"/>
                  </a:cubicBezTo>
                  <a:cubicBezTo>
                    <a:pt x="3055" y="5365"/>
                    <a:pt x="3410" y="5288"/>
                    <a:pt x="3733" y="5150"/>
                  </a:cubicBezTo>
                  <a:cubicBezTo>
                    <a:pt x="2775" y="4741"/>
                    <a:pt x="2102" y="3791"/>
                    <a:pt x="2102" y="2682"/>
                  </a:cubicBezTo>
                  <a:cubicBezTo>
                    <a:pt x="2102" y="1574"/>
                    <a:pt x="2775" y="623"/>
                    <a:pt x="3733" y="215"/>
                  </a:cubicBezTo>
                  <a:cubicBezTo>
                    <a:pt x="3410" y="76"/>
                    <a:pt x="3055" y="1"/>
                    <a:pt x="268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30"/>
            <p:cNvSpPr/>
            <p:nvPr/>
          </p:nvSpPr>
          <p:spPr>
            <a:xfrm rot="10800000">
              <a:off x="1940975" y="4425930"/>
              <a:ext cx="123092" cy="162065"/>
            </a:xfrm>
            <a:custGeom>
              <a:rect b="b" l="l" r="r" t="t"/>
              <a:pathLst>
                <a:path extrusionOk="0" h="5988" w="4548">
                  <a:moveTo>
                    <a:pt x="1" y="0"/>
                  </a:moveTo>
                  <a:lnTo>
                    <a:pt x="1" y="5987"/>
                  </a:lnTo>
                  <a:lnTo>
                    <a:pt x="4547" y="2995"/>
                  </a:lnTo>
                  <a:lnTo>
                    <a:pt x="1"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30"/>
            <p:cNvSpPr/>
            <p:nvPr/>
          </p:nvSpPr>
          <p:spPr>
            <a:xfrm rot="10800000">
              <a:off x="3364780" y="4474619"/>
              <a:ext cx="65416" cy="65416"/>
            </a:xfrm>
            <a:custGeom>
              <a:rect b="b" l="l" r="r" t="t"/>
              <a:pathLst>
                <a:path extrusionOk="0" h="2417" w="2417">
                  <a:moveTo>
                    <a:pt x="1209" y="1"/>
                  </a:moveTo>
                  <a:cubicBezTo>
                    <a:pt x="541" y="1"/>
                    <a:pt x="1" y="540"/>
                    <a:pt x="1" y="1209"/>
                  </a:cubicBezTo>
                  <a:cubicBezTo>
                    <a:pt x="1" y="1877"/>
                    <a:pt x="541" y="2416"/>
                    <a:pt x="1209" y="2416"/>
                  </a:cubicBezTo>
                  <a:cubicBezTo>
                    <a:pt x="1875" y="2416"/>
                    <a:pt x="2417" y="1877"/>
                    <a:pt x="2417" y="1209"/>
                  </a:cubicBezTo>
                  <a:cubicBezTo>
                    <a:pt x="2417" y="542"/>
                    <a:pt x="1875" y="1"/>
                    <a:pt x="120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30"/>
            <p:cNvSpPr/>
            <p:nvPr/>
          </p:nvSpPr>
          <p:spPr>
            <a:xfrm rot="10800000">
              <a:off x="2796458" y="4426363"/>
              <a:ext cx="12206" cy="161199"/>
            </a:xfrm>
            <a:custGeom>
              <a:rect b="b" l="l" r="r" t="t"/>
              <a:pathLst>
                <a:path extrusionOk="0" h="5956" w="451">
                  <a:moveTo>
                    <a:pt x="1" y="0"/>
                  </a:moveTo>
                  <a:lnTo>
                    <a:pt x="1" y="5955"/>
                  </a:lnTo>
                  <a:lnTo>
                    <a:pt x="451" y="5955"/>
                  </a:lnTo>
                  <a:lnTo>
                    <a:pt x="45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30"/>
            <p:cNvSpPr/>
            <p:nvPr/>
          </p:nvSpPr>
          <p:spPr>
            <a:xfrm rot="10800000">
              <a:off x="2845230" y="4453644"/>
              <a:ext cx="12206" cy="106663"/>
            </a:xfrm>
            <a:custGeom>
              <a:rect b="b" l="l" r="r" t="t"/>
              <a:pathLst>
                <a:path extrusionOk="0" h="3941" w="451">
                  <a:moveTo>
                    <a:pt x="1" y="1"/>
                  </a:moveTo>
                  <a:lnTo>
                    <a:pt x="1" y="3941"/>
                  </a:lnTo>
                  <a:lnTo>
                    <a:pt x="451" y="3941"/>
                  </a:lnTo>
                  <a:lnTo>
                    <a:pt x="45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30"/>
            <p:cNvSpPr/>
            <p:nvPr/>
          </p:nvSpPr>
          <p:spPr>
            <a:xfrm rot="10800000">
              <a:off x="2934169" y="4454537"/>
              <a:ext cx="104850" cy="104850"/>
            </a:xfrm>
            <a:custGeom>
              <a:rect b="b" l="l" r="r" t="t"/>
              <a:pathLst>
                <a:path extrusionOk="0" h="3874" w="3874">
                  <a:moveTo>
                    <a:pt x="319" y="0"/>
                  </a:moveTo>
                  <a:lnTo>
                    <a:pt x="0" y="320"/>
                  </a:lnTo>
                  <a:lnTo>
                    <a:pt x="3555" y="3873"/>
                  </a:lnTo>
                  <a:lnTo>
                    <a:pt x="3874" y="3555"/>
                  </a:lnTo>
                  <a:lnTo>
                    <a:pt x="31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30"/>
            <p:cNvSpPr/>
            <p:nvPr/>
          </p:nvSpPr>
          <p:spPr>
            <a:xfrm rot="10800000">
              <a:off x="2934169" y="4454537"/>
              <a:ext cx="104850" cy="104850"/>
            </a:xfrm>
            <a:custGeom>
              <a:rect b="b" l="l" r="r" t="t"/>
              <a:pathLst>
                <a:path extrusionOk="0" h="3874" w="3874">
                  <a:moveTo>
                    <a:pt x="3555" y="0"/>
                  </a:moveTo>
                  <a:lnTo>
                    <a:pt x="0" y="3555"/>
                  </a:lnTo>
                  <a:lnTo>
                    <a:pt x="319" y="3873"/>
                  </a:lnTo>
                  <a:lnTo>
                    <a:pt x="3874" y="320"/>
                  </a:lnTo>
                  <a:lnTo>
                    <a:pt x="3555"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30"/>
            <p:cNvSpPr/>
            <p:nvPr/>
          </p:nvSpPr>
          <p:spPr>
            <a:xfrm rot="10800000">
              <a:off x="3106251" y="4432804"/>
              <a:ext cx="101034" cy="145204"/>
            </a:xfrm>
            <a:custGeom>
              <a:rect b="b" l="l" r="r" t="t"/>
              <a:pathLst>
                <a:path extrusionOk="0" h="5365" w="3733">
                  <a:moveTo>
                    <a:pt x="1050" y="1"/>
                  </a:moveTo>
                  <a:cubicBezTo>
                    <a:pt x="677" y="1"/>
                    <a:pt x="322" y="76"/>
                    <a:pt x="0" y="215"/>
                  </a:cubicBezTo>
                  <a:cubicBezTo>
                    <a:pt x="959" y="623"/>
                    <a:pt x="1630" y="1574"/>
                    <a:pt x="1630" y="2682"/>
                  </a:cubicBezTo>
                  <a:cubicBezTo>
                    <a:pt x="1630" y="3791"/>
                    <a:pt x="959" y="4741"/>
                    <a:pt x="0" y="5150"/>
                  </a:cubicBezTo>
                  <a:cubicBezTo>
                    <a:pt x="322" y="5288"/>
                    <a:pt x="677" y="5365"/>
                    <a:pt x="1050" y="5365"/>
                  </a:cubicBezTo>
                  <a:cubicBezTo>
                    <a:pt x="2532" y="5365"/>
                    <a:pt x="3733" y="4164"/>
                    <a:pt x="3733" y="2682"/>
                  </a:cubicBezTo>
                  <a:cubicBezTo>
                    <a:pt x="3733" y="1202"/>
                    <a:pt x="2532" y="1"/>
                    <a:pt x="105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30"/>
            <p:cNvSpPr/>
            <p:nvPr/>
          </p:nvSpPr>
          <p:spPr>
            <a:xfrm rot="10800000">
              <a:off x="3279118" y="4425930"/>
              <a:ext cx="123037" cy="162065"/>
            </a:xfrm>
            <a:custGeom>
              <a:rect b="b" l="l" r="r" t="t"/>
              <a:pathLst>
                <a:path extrusionOk="0" h="5988" w="4546">
                  <a:moveTo>
                    <a:pt x="4545" y="0"/>
                  </a:moveTo>
                  <a:lnTo>
                    <a:pt x="0" y="2995"/>
                  </a:lnTo>
                  <a:lnTo>
                    <a:pt x="4545" y="5987"/>
                  </a:lnTo>
                  <a:lnTo>
                    <a:pt x="4545"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4" name="Google Shape;84;p30"/>
          <p:cNvSpPr/>
          <p:nvPr/>
        </p:nvSpPr>
        <p:spPr>
          <a:xfrm>
            <a:off x="517511" y="1883048"/>
            <a:ext cx="320335" cy="329156"/>
          </a:xfrm>
          <a:custGeom>
            <a:rect b="b" l="l" r="r" t="t"/>
            <a:pathLst>
              <a:path extrusionOk="0" h="10299" w="10023">
                <a:moveTo>
                  <a:pt x="5149" y="1"/>
                </a:moveTo>
                <a:cubicBezTo>
                  <a:pt x="2309" y="1"/>
                  <a:pt x="1" y="2309"/>
                  <a:pt x="1" y="5149"/>
                </a:cubicBezTo>
                <a:cubicBezTo>
                  <a:pt x="1" y="7988"/>
                  <a:pt x="2309" y="10299"/>
                  <a:pt x="5149" y="10299"/>
                </a:cubicBezTo>
                <a:cubicBezTo>
                  <a:pt x="7411" y="10299"/>
                  <a:pt x="9333" y="8829"/>
                  <a:pt x="10022" y="6796"/>
                </a:cubicBezTo>
                <a:lnTo>
                  <a:pt x="7925" y="6796"/>
                </a:lnTo>
                <a:cubicBezTo>
                  <a:pt x="7360" y="7744"/>
                  <a:pt x="6328" y="8380"/>
                  <a:pt x="5149" y="8380"/>
                </a:cubicBezTo>
                <a:cubicBezTo>
                  <a:pt x="3368" y="8380"/>
                  <a:pt x="1917" y="6932"/>
                  <a:pt x="1917" y="5149"/>
                </a:cubicBezTo>
                <a:cubicBezTo>
                  <a:pt x="1917" y="3368"/>
                  <a:pt x="3368" y="1917"/>
                  <a:pt x="5149" y="1917"/>
                </a:cubicBezTo>
                <a:cubicBezTo>
                  <a:pt x="6328" y="1917"/>
                  <a:pt x="7360" y="2555"/>
                  <a:pt x="7925" y="3501"/>
                </a:cubicBezTo>
                <a:lnTo>
                  <a:pt x="10022" y="3501"/>
                </a:lnTo>
                <a:cubicBezTo>
                  <a:pt x="9333" y="1469"/>
                  <a:pt x="7411" y="1"/>
                  <a:pt x="514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5" name="Google Shape;85;p30"/>
          <p:cNvGrpSpPr/>
          <p:nvPr/>
        </p:nvGrpSpPr>
        <p:grpSpPr>
          <a:xfrm>
            <a:off x="8223553" y="2658626"/>
            <a:ext cx="410682" cy="410682"/>
            <a:chOff x="2946260" y="1813841"/>
            <a:chExt cx="564511" cy="564511"/>
          </a:xfrm>
        </p:grpSpPr>
        <p:sp>
          <p:nvSpPr>
            <p:cNvPr id="86" name="Google Shape;86;p30"/>
            <p:cNvSpPr/>
            <p:nvPr/>
          </p:nvSpPr>
          <p:spPr>
            <a:xfrm>
              <a:off x="2946260" y="1813841"/>
              <a:ext cx="564511" cy="564511"/>
            </a:xfrm>
            <a:custGeom>
              <a:rect b="b" l="l" r="r" t="t"/>
              <a:pathLst>
                <a:path extrusionOk="0" h="16365" w="16365">
                  <a:moveTo>
                    <a:pt x="8182" y="1"/>
                  </a:moveTo>
                  <a:cubicBezTo>
                    <a:pt x="3663" y="1"/>
                    <a:pt x="1" y="3663"/>
                    <a:pt x="1" y="8183"/>
                  </a:cubicBezTo>
                  <a:cubicBezTo>
                    <a:pt x="1" y="10353"/>
                    <a:pt x="862" y="12435"/>
                    <a:pt x="2397" y="13968"/>
                  </a:cubicBezTo>
                  <a:cubicBezTo>
                    <a:pt x="3930" y="15503"/>
                    <a:pt x="6012" y="16364"/>
                    <a:pt x="8182" y="16364"/>
                  </a:cubicBezTo>
                  <a:cubicBezTo>
                    <a:pt x="10353" y="16364"/>
                    <a:pt x="12433" y="15503"/>
                    <a:pt x="13968" y="13968"/>
                  </a:cubicBezTo>
                  <a:cubicBezTo>
                    <a:pt x="15503" y="12435"/>
                    <a:pt x="16364" y="10353"/>
                    <a:pt x="16364" y="8183"/>
                  </a:cubicBezTo>
                  <a:cubicBezTo>
                    <a:pt x="16364" y="6012"/>
                    <a:pt x="15503" y="3932"/>
                    <a:pt x="13968" y="2397"/>
                  </a:cubicBezTo>
                  <a:cubicBezTo>
                    <a:pt x="12433" y="862"/>
                    <a:pt x="10353" y="1"/>
                    <a:pt x="818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30"/>
            <p:cNvSpPr/>
            <p:nvPr/>
          </p:nvSpPr>
          <p:spPr>
            <a:xfrm>
              <a:off x="3029120" y="1896770"/>
              <a:ext cx="398728" cy="398728"/>
            </a:xfrm>
            <a:custGeom>
              <a:rect b="b" l="l" r="r" t="t"/>
              <a:pathLst>
                <a:path extrusionOk="0" h="11559" w="11559">
                  <a:moveTo>
                    <a:pt x="0" y="0"/>
                  </a:moveTo>
                  <a:lnTo>
                    <a:pt x="0" y="11558"/>
                  </a:lnTo>
                  <a:lnTo>
                    <a:pt x="11559" y="11558"/>
                  </a:lnTo>
                  <a:lnTo>
                    <a:pt x="1155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30"/>
            <p:cNvSpPr/>
            <p:nvPr/>
          </p:nvSpPr>
          <p:spPr>
            <a:xfrm>
              <a:off x="3032259" y="1899909"/>
              <a:ext cx="392450" cy="392450"/>
            </a:xfrm>
            <a:custGeom>
              <a:rect b="b" l="l" r="r" t="t"/>
              <a:pathLst>
                <a:path extrusionOk="0" h="11377" w="11377">
                  <a:moveTo>
                    <a:pt x="5689" y="0"/>
                  </a:moveTo>
                  <a:lnTo>
                    <a:pt x="1" y="5688"/>
                  </a:lnTo>
                  <a:lnTo>
                    <a:pt x="5689" y="11376"/>
                  </a:lnTo>
                  <a:lnTo>
                    <a:pt x="11376" y="5688"/>
                  </a:lnTo>
                  <a:lnTo>
                    <a:pt x="568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9" name="Google Shape;89;p30"/>
          <p:cNvGrpSpPr/>
          <p:nvPr/>
        </p:nvGrpSpPr>
        <p:grpSpPr>
          <a:xfrm>
            <a:off x="6541834" y="329657"/>
            <a:ext cx="450536" cy="410703"/>
            <a:chOff x="6541834" y="329657"/>
            <a:chExt cx="450536" cy="410703"/>
          </a:xfrm>
        </p:grpSpPr>
        <p:sp>
          <p:nvSpPr>
            <p:cNvPr id="90" name="Google Shape;90;p30"/>
            <p:cNvSpPr/>
            <p:nvPr/>
          </p:nvSpPr>
          <p:spPr>
            <a:xfrm>
              <a:off x="6632681" y="359014"/>
              <a:ext cx="139004" cy="179325"/>
            </a:xfrm>
            <a:custGeom>
              <a:rect b="b" l="l" r="r" t="t"/>
              <a:pathLst>
                <a:path extrusionOk="0" h="9175" w="7112">
                  <a:moveTo>
                    <a:pt x="481" y="0"/>
                  </a:moveTo>
                  <a:lnTo>
                    <a:pt x="1" y="360"/>
                  </a:lnTo>
                  <a:lnTo>
                    <a:pt x="6631" y="9174"/>
                  </a:lnTo>
                  <a:lnTo>
                    <a:pt x="7111" y="8814"/>
                  </a:lnTo>
                  <a:lnTo>
                    <a:pt x="4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30"/>
            <p:cNvSpPr/>
            <p:nvPr/>
          </p:nvSpPr>
          <p:spPr>
            <a:xfrm>
              <a:off x="6542030" y="465048"/>
              <a:ext cx="226800" cy="75874"/>
            </a:xfrm>
            <a:custGeom>
              <a:rect b="b" l="l" r="r" t="t"/>
              <a:pathLst>
                <a:path extrusionOk="0" h="3882" w="11604">
                  <a:moveTo>
                    <a:pt x="168" y="1"/>
                  </a:moveTo>
                  <a:lnTo>
                    <a:pt x="1" y="578"/>
                  </a:lnTo>
                  <a:lnTo>
                    <a:pt x="11436" y="3881"/>
                  </a:lnTo>
                  <a:lnTo>
                    <a:pt x="11603" y="3305"/>
                  </a:lnTo>
                  <a:lnTo>
                    <a:pt x="16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30"/>
            <p:cNvSpPr/>
            <p:nvPr/>
          </p:nvSpPr>
          <p:spPr>
            <a:xfrm>
              <a:off x="6762208" y="359112"/>
              <a:ext cx="139024" cy="179267"/>
            </a:xfrm>
            <a:custGeom>
              <a:rect b="b" l="l" r="r" t="t"/>
              <a:pathLst>
                <a:path extrusionOk="0" h="9172" w="7113">
                  <a:moveTo>
                    <a:pt x="6634" y="0"/>
                  </a:moveTo>
                  <a:lnTo>
                    <a:pt x="1" y="8811"/>
                  </a:lnTo>
                  <a:lnTo>
                    <a:pt x="479" y="9171"/>
                  </a:lnTo>
                  <a:lnTo>
                    <a:pt x="7113" y="361"/>
                  </a:lnTo>
                  <a:lnTo>
                    <a:pt x="663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30"/>
            <p:cNvSpPr/>
            <p:nvPr/>
          </p:nvSpPr>
          <p:spPr>
            <a:xfrm>
              <a:off x="6761113" y="329657"/>
              <a:ext cx="11727" cy="205340"/>
            </a:xfrm>
            <a:custGeom>
              <a:rect b="b" l="l" r="r" t="t"/>
              <a:pathLst>
                <a:path extrusionOk="0" h="10506" w="600">
                  <a:moveTo>
                    <a:pt x="0" y="1"/>
                  </a:moveTo>
                  <a:lnTo>
                    <a:pt x="0" y="10506"/>
                  </a:lnTo>
                  <a:lnTo>
                    <a:pt x="600" y="10506"/>
                  </a:lnTo>
                  <a:lnTo>
                    <a:pt x="60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30"/>
            <p:cNvSpPr/>
            <p:nvPr/>
          </p:nvSpPr>
          <p:spPr>
            <a:xfrm>
              <a:off x="6765374" y="464774"/>
              <a:ext cx="226781" cy="75796"/>
            </a:xfrm>
            <a:custGeom>
              <a:rect b="b" l="l" r="r" t="t"/>
              <a:pathLst>
                <a:path extrusionOk="0" h="3878" w="11603">
                  <a:moveTo>
                    <a:pt x="11437" y="1"/>
                  </a:moveTo>
                  <a:lnTo>
                    <a:pt x="0" y="3301"/>
                  </a:lnTo>
                  <a:lnTo>
                    <a:pt x="167" y="3878"/>
                  </a:lnTo>
                  <a:lnTo>
                    <a:pt x="11603" y="578"/>
                  </a:lnTo>
                  <a:lnTo>
                    <a:pt x="114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30"/>
            <p:cNvSpPr/>
            <p:nvPr/>
          </p:nvSpPr>
          <p:spPr>
            <a:xfrm>
              <a:off x="6632622" y="531385"/>
              <a:ext cx="139063" cy="179286"/>
            </a:xfrm>
            <a:custGeom>
              <a:rect b="b" l="l" r="r" t="t"/>
              <a:pathLst>
                <a:path extrusionOk="0" h="9173" w="7115">
                  <a:moveTo>
                    <a:pt x="6636" y="0"/>
                  </a:moveTo>
                  <a:lnTo>
                    <a:pt x="0" y="8811"/>
                  </a:lnTo>
                  <a:lnTo>
                    <a:pt x="480" y="9173"/>
                  </a:lnTo>
                  <a:lnTo>
                    <a:pt x="7114" y="362"/>
                  </a:lnTo>
                  <a:lnTo>
                    <a:pt x="663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30"/>
            <p:cNvSpPr/>
            <p:nvPr/>
          </p:nvSpPr>
          <p:spPr>
            <a:xfrm>
              <a:off x="6541834" y="529313"/>
              <a:ext cx="226820" cy="75796"/>
            </a:xfrm>
            <a:custGeom>
              <a:rect b="b" l="l" r="r" t="t"/>
              <a:pathLst>
                <a:path extrusionOk="0" h="3878" w="11605">
                  <a:moveTo>
                    <a:pt x="11437" y="1"/>
                  </a:moveTo>
                  <a:lnTo>
                    <a:pt x="0" y="3303"/>
                  </a:lnTo>
                  <a:lnTo>
                    <a:pt x="167" y="3878"/>
                  </a:lnTo>
                  <a:lnTo>
                    <a:pt x="11604" y="577"/>
                  </a:lnTo>
                  <a:lnTo>
                    <a:pt x="114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30"/>
            <p:cNvSpPr/>
            <p:nvPr/>
          </p:nvSpPr>
          <p:spPr>
            <a:xfrm>
              <a:off x="6762286" y="531268"/>
              <a:ext cx="138945" cy="179345"/>
            </a:xfrm>
            <a:custGeom>
              <a:rect b="b" l="l" r="r" t="t"/>
              <a:pathLst>
                <a:path extrusionOk="0" h="9176" w="7109">
                  <a:moveTo>
                    <a:pt x="480" y="1"/>
                  </a:moveTo>
                  <a:lnTo>
                    <a:pt x="0" y="361"/>
                  </a:lnTo>
                  <a:lnTo>
                    <a:pt x="6630" y="9175"/>
                  </a:lnTo>
                  <a:lnTo>
                    <a:pt x="7109" y="8815"/>
                  </a:lnTo>
                  <a:lnTo>
                    <a:pt x="48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30"/>
            <p:cNvSpPr/>
            <p:nvPr/>
          </p:nvSpPr>
          <p:spPr>
            <a:xfrm>
              <a:off x="6761113" y="534981"/>
              <a:ext cx="11727" cy="205379"/>
            </a:xfrm>
            <a:custGeom>
              <a:rect b="b" l="l" r="r" t="t"/>
              <a:pathLst>
                <a:path extrusionOk="0" h="10508" w="600">
                  <a:moveTo>
                    <a:pt x="0" y="1"/>
                  </a:moveTo>
                  <a:lnTo>
                    <a:pt x="0" y="10508"/>
                  </a:lnTo>
                  <a:lnTo>
                    <a:pt x="600" y="10508"/>
                  </a:lnTo>
                  <a:lnTo>
                    <a:pt x="60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30"/>
            <p:cNvSpPr/>
            <p:nvPr/>
          </p:nvSpPr>
          <p:spPr>
            <a:xfrm>
              <a:off x="6765570" y="529626"/>
              <a:ext cx="226800" cy="75835"/>
            </a:xfrm>
            <a:custGeom>
              <a:rect b="b" l="l" r="r" t="t"/>
              <a:pathLst>
                <a:path extrusionOk="0" h="3880" w="11604">
                  <a:moveTo>
                    <a:pt x="168" y="1"/>
                  </a:moveTo>
                  <a:lnTo>
                    <a:pt x="1" y="577"/>
                  </a:lnTo>
                  <a:lnTo>
                    <a:pt x="11436" y="3879"/>
                  </a:lnTo>
                  <a:lnTo>
                    <a:pt x="11603" y="3302"/>
                  </a:lnTo>
                  <a:lnTo>
                    <a:pt x="16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30"/>
            <p:cNvSpPr/>
            <p:nvPr/>
          </p:nvSpPr>
          <p:spPr>
            <a:xfrm>
              <a:off x="6568904" y="410751"/>
              <a:ext cx="396138" cy="248515"/>
            </a:xfrm>
            <a:custGeom>
              <a:rect b="b" l="l" r="r" t="t"/>
              <a:pathLst>
                <a:path extrusionOk="0" h="12715" w="20268">
                  <a:moveTo>
                    <a:pt x="10135" y="1"/>
                  </a:moveTo>
                  <a:cubicBezTo>
                    <a:pt x="3536" y="1"/>
                    <a:pt x="1" y="6359"/>
                    <a:pt x="1" y="6359"/>
                  </a:cubicBezTo>
                  <a:cubicBezTo>
                    <a:pt x="1" y="6359"/>
                    <a:pt x="3536" y="12714"/>
                    <a:pt x="10135" y="12714"/>
                  </a:cubicBezTo>
                  <a:cubicBezTo>
                    <a:pt x="16734" y="12714"/>
                    <a:pt x="20268" y="6359"/>
                    <a:pt x="20268" y="6359"/>
                  </a:cubicBezTo>
                  <a:cubicBezTo>
                    <a:pt x="20268" y="6359"/>
                    <a:pt x="16734" y="1"/>
                    <a:pt x="1013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30"/>
            <p:cNvSpPr/>
            <p:nvPr/>
          </p:nvSpPr>
          <p:spPr>
            <a:xfrm>
              <a:off x="6656155" y="434030"/>
              <a:ext cx="221679" cy="201978"/>
            </a:xfrm>
            <a:custGeom>
              <a:rect b="b" l="l" r="r" t="t"/>
              <a:pathLst>
                <a:path extrusionOk="0" h="10334" w="11342">
                  <a:moveTo>
                    <a:pt x="5671" y="0"/>
                  </a:moveTo>
                  <a:cubicBezTo>
                    <a:pt x="4349" y="0"/>
                    <a:pt x="3027" y="505"/>
                    <a:pt x="2017" y="1514"/>
                  </a:cubicBezTo>
                  <a:cubicBezTo>
                    <a:pt x="1" y="3531"/>
                    <a:pt x="1" y="6803"/>
                    <a:pt x="2017" y="8819"/>
                  </a:cubicBezTo>
                  <a:cubicBezTo>
                    <a:pt x="3027" y="9829"/>
                    <a:pt x="4349" y="10333"/>
                    <a:pt x="5671" y="10333"/>
                  </a:cubicBezTo>
                  <a:cubicBezTo>
                    <a:pt x="6993" y="10333"/>
                    <a:pt x="8315" y="9829"/>
                    <a:pt x="9325" y="8819"/>
                  </a:cubicBezTo>
                  <a:cubicBezTo>
                    <a:pt x="11341" y="6803"/>
                    <a:pt x="11341" y="3531"/>
                    <a:pt x="9325" y="1514"/>
                  </a:cubicBezTo>
                  <a:cubicBezTo>
                    <a:pt x="8315" y="505"/>
                    <a:pt x="6993" y="0"/>
                    <a:pt x="567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30"/>
            <p:cNvSpPr/>
            <p:nvPr/>
          </p:nvSpPr>
          <p:spPr>
            <a:xfrm>
              <a:off x="6666025" y="434030"/>
              <a:ext cx="201900" cy="201900"/>
            </a:xfrm>
            <a:custGeom>
              <a:rect b="b" l="l" r="r" t="t"/>
              <a:pathLst>
                <a:path extrusionOk="0" h="10330" w="10330">
                  <a:moveTo>
                    <a:pt x="5166" y="0"/>
                  </a:moveTo>
                  <a:lnTo>
                    <a:pt x="4035" y="4035"/>
                  </a:lnTo>
                  <a:lnTo>
                    <a:pt x="0" y="5166"/>
                  </a:lnTo>
                  <a:lnTo>
                    <a:pt x="4035" y="6295"/>
                  </a:lnTo>
                  <a:lnTo>
                    <a:pt x="5166" y="10330"/>
                  </a:lnTo>
                  <a:lnTo>
                    <a:pt x="6295" y="6295"/>
                  </a:lnTo>
                  <a:lnTo>
                    <a:pt x="10330" y="5166"/>
                  </a:lnTo>
                  <a:lnTo>
                    <a:pt x="6295" y="4035"/>
                  </a:lnTo>
                  <a:lnTo>
                    <a:pt x="5166"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3" name="Google Shape;103;p30"/>
          <p:cNvSpPr/>
          <p:nvPr/>
        </p:nvSpPr>
        <p:spPr>
          <a:xfrm>
            <a:off x="384040" y="2964528"/>
            <a:ext cx="120767" cy="336292"/>
          </a:xfrm>
          <a:custGeom>
            <a:rect b="b" l="l" r="r" t="t"/>
            <a:pathLst>
              <a:path extrusionOk="0" h="9749" w="3501">
                <a:moveTo>
                  <a:pt x="3501" y="1"/>
                </a:moveTo>
                <a:cubicBezTo>
                  <a:pt x="1468" y="688"/>
                  <a:pt x="0" y="2611"/>
                  <a:pt x="0" y="4874"/>
                </a:cubicBezTo>
                <a:cubicBezTo>
                  <a:pt x="0" y="7135"/>
                  <a:pt x="1468" y="9059"/>
                  <a:pt x="3501" y="9748"/>
                </a:cubicBezTo>
                <a:lnTo>
                  <a:pt x="3501" y="7649"/>
                </a:lnTo>
                <a:cubicBezTo>
                  <a:pt x="2555" y="7084"/>
                  <a:pt x="1916" y="6054"/>
                  <a:pt x="1916" y="4874"/>
                </a:cubicBezTo>
                <a:cubicBezTo>
                  <a:pt x="1916" y="3696"/>
                  <a:pt x="2556" y="2673"/>
                  <a:pt x="3501" y="2109"/>
                </a:cubicBezTo>
                <a:lnTo>
                  <a:pt x="350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4" name="Google Shape;104;p30"/>
          <p:cNvGrpSpPr/>
          <p:nvPr/>
        </p:nvGrpSpPr>
        <p:grpSpPr>
          <a:xfrm>
            <a:off x="504791" y="3937846"/>
            <a:ext cx="345754" cy="576816"/>
            <a:chOff x="504791" y="3937846"/>
            <a:chExt cx="345754" cy="576816"/>
          </a:xfrm>
        </p:grpSpPr>
        <p:sp>
          <p:nvSpPr>
            <p:cNvPr id="105" name="Google Shape;105;p30"/>
            <p:cNvSpPr/>
            <p:nvPr/>
          </p:nvSpPr>
          <p:spPr>
            <a:xfrm>
              <a:off x="558101" y="4156041"/>
              <a:ext cx="239107" cy="239076"/>
            </a:xfrm>
            <a:custGeom>
              <a:rect b="b" l="l" r="r" t="t"/>
              <a:pathLst>
                <a:path extrusionOk="0" h="12447" w="12447">
                  <a:moveTo>
                    <a:pt x="6224" y="0"/>
                  </a:moveTo>
                  <a:cubicBezTo>
                    <a:pt x="2787" y="0"/>
                    <a:pt x="0" y="2785"/>
                    <a:pt x="0" y="6223"/>
                  </a:cubicBezTo>
                  <a:cubicBezTo>
                    <a:pt x="0" y="9660"/>
                    <a:pt x="2787" y="12447"/>
                    <a:pt x="6224" y="12447"/>
                  </a:cubicBezTo>
                  <a:cubicBezTo>
                    <a:pt x="9661" y="12447"/>
                    <a:pt x="12446" y="9660"/>
                    <a:pt x="12446" y="6223"/>
                  </a:cubicBezTo>
                  <a:cubicBezTo>
                    <a:pt x="12446" y="2785"/>
                    <a:pt x="9661" y="0"/>
                    <a:pt x="622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30"/>
            <p:cNvSpPr/>
            <p:nvPr/>
          </p:nvSpPr>
          <p:spPr>
            <a:xfrm>
              <a:off x="558101" y="4395095"/>
              <a:ext cx="239107" cy="119567"/>
            </a:xfrm>
            <a:custGeom>
              <a:rect b="b" l="l" r="r" t="t"/>
              <a:pathLst>
                <a:path extrusionOk="0" h="6225" w="12447">
                  <a:moveTo>
                    <a:pt x="6224" y="1"/>
                  </a:moveTo>
                  <a:cubicBezTo>
                    <a:pt x="2787" y="1"/>
                    <a:pt x="0" y="2787"/>
                    <a:pt x="0" y="6225"/>
                  </a:cubicBezTo>
                  <a:lnTo>
                    <a:pt x="12446" y="6225"/>
                  </a:lnTo>
                  <a:cubicBezTo>
                    <a:pt x="12446" y="2787"/>
                    <a:pt x="9661" y="1"/>
                    <a:pt x="6224"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30"/>
            <p:cNvSpPr/>
            <p:nvPr/>
          </p:nvSpPr>
          <p:spPr>
            <a:xfrm>
              <a:off x="568533" y="3937846"/>
              <a:ext cx="218245" cy="218216"/>
            </a:xfrm>
            <a:custGeom>
              <a:rect b="b" l="l" r="r" t="t"/>
              <a:pathLst>
                <a:path extrusionOk="0" h="11361" w="11361">
                  <a:moveTo>
                    <a:pt x="5681" y="1"/>
                  </a:moveTo>
                  <a:lnTo>
                    <a:pt x="0" y="5680"/>
                  </a:lnTo>
                  <a:lnTo>
                    <a:pt x="5681" y="11360"/>
                  </a:lnTo>
                  <a:lnTo>
                    <a:pt x="11360" y="5680"/>
                  </a:lnTo>
                  <a:lnTo>
                    <a:pt x="568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30"/>
            <p:cNvSpPr/>
            <p:nvPr/>
          </p:nvSpPr>
          <p:spPr>
            <a:xfrm>
              <a:off x="802712" y="4042603"/>
              <a:ext cx="47833" cy="8663"/>
            </a:xfrm>
            <a:custGeom>
              <a:rect b="b" l="l" r="r" t="t"/>
              <a:pathLst>
                <a:path extrusionOk="0" h="451" w="2490">
                  <a:moveTo>
                    <a:pt x="0" y="1"/>
                  </a:moveTo>
                  <a:lnTo>
                    <a:pt x="0" y="451"/>
                  </a:lnTo>
                  <a:lnTo>
                    <a:pt x="2490" y="451"/>
                  </a:lnTo>
                  <a:lnTo>
                    <a:pt x="249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30"/>
            <p:cNvSpPr/>
            <p:nvPr/>
          </p:nvSpPr>
          <p:spPr>
            <a:xfrm>
              <a:off x="504791" y="4042603"/>
              <a:ext cx="47852" cy="8663"/>
            </a:xfrm>
            <a:custGeom>
              <a:rect b="b" l="l" r="r" t="t"/>
              <a:pathLst>
                <a:path extrusionOk="0" h="451" w="2491">
                  <a:moveTo>
                    <a:pt x="1" y="1"/>
                  </a:moveTo>
                  <a:lnTo>
                    <a:pt x="1" y="451"/>
                  </a:lnTo>
                  <a:lnTo>
                    <a:pt x="2490" y="451"/>
                  </a:lnTo>
                  <a:lnTo>
                    <a:pt x="249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30"/>
            <p:cNvSpPr/>
            <p:nvPr/>
          </p:nvSpPr>
          <p:spPr>
            <a:xfrm>
              <a:off x="767345" y="3981984"/>
              <a:ext cx="73613" cy="34708"/>
            </a:xfrm>
            <a:custGeom>
              <a:rect b="b" l="l" r="r" t="t"/>
              <a:pathLst>
                <a:path extrusionOk="0" h="1807" w="3832">
                  <a:moveTo>
                    <a:pt x="3673" y="1"/>
                  </a:moveTo>
                  <a:lnTo>
                    <a:pt x="0" y="1384"/>
                  </a:lnTo>
                  <a:lnTo>
                    <a:pt x="158" y="1806"/>
                  </a:lnTo>
                  <a:lnTo>
                    <a:pt x="3831" y="421"/>
                  </a:lnTo>
                  <a:lnTo>
                    <a:pt x="3673"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30"/>
            <p:cNvSpPr/>
            <p:nvPr/>
          </p:nvSpPr>
          <p:spPr>
            <a:xfrm>
              <a:off x="514358" y="4077310"/>
              <a:ext cx="73517" cy="34670"/>
            </a:xfrm>
            <a:custGeom>
              <a:rect b="b" l="l" r="r" t="t"/>
              <a:pathLst>
                <a:path extrusionOk="0" h="1805" w="3827">
                  <a:moveTo>
                    <a:pt x="3666" y="1"/>
                  </a:moveTo>
                  <a:lnTo>
                    <a:pt x="0" y="1383"/>
                  </a:lnTo>
                  <a:lnTo>
                    <a:pt x="158" y="1805"/>
                  </a:lnTo>
                  <a:lnTo>
                    <a:pt x="3826" y="423"/>
                  </a:lnTo>
                  <a:lnTo>
                    <a:pt x="3666"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30"/>
            <p:cNvSpPr/>
            <p:nvPr/>
          </p:nvSpPr>
          <p:spPr>
            <a:xfrm>
              <a:off x="766864" y="4077041"/>
              <a:ext cx="74016" cy="34842"/>
            </a:xfrm>
            <a:custGeom>
              <a:rect b="b" l="l" r="r" t="t"/>
              <a:pathLst>
                <a:path extrusionOk="0" h="1814" w="3853">
                  <a:moveTo>
                    <a:pt x="161" y="1"/>
                  </a:moveTo>
                  <a:lnTo>
                    <a:pt x="1" y="421"/>
                  </a:lnTo>
                  <a:lnTo>
                    <a:pt x="3695" y="1814"/>
                  </a:lnTo>
                  <a:lnTo>
                    <a:pt x="3853" y="1392"/>
                  </a:lnTo>
                  <a:lnTo>
                    <a:pt x="16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30"/>
            <p:cNvSpPr/>
            <p:nvPr/>
          </p:nvSpPr>
          <p:spPr>
            <a:xfrm>
              <a:off x="514378" y="3981984"/>
              <a:ext cx="74035" cy="34842"/>
            </a:xfrm>
            <a:custGeom>
              <a:rect b="b" l="l" r="r" t="t"/>
              <a:pathLst>
                <a:path extrusionOk="0" h="1814" w="3854">
                  <a:moveTo>
                    <a:pt x="161" y="1"/>
                  </a:moveTo>
                  <a:lnTo>
                    <a:pt x="1" y="423"/>
                  </a:lnTo>
                  <a:lnTo>
                    <a:pt x="3695" y="1813"/>
                  </a:lnTo>
                  <a:lnTo>
                    <a:pt x="3853" y="1393"/>
                  </a:lnTo>
                  <a:lnTo>
                    <a:pt x="16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4" name="Google Shape;114;p30"/>
          <p:cNvSpPr/>
          <p:nvPr/>
        </p:nvSpPr>
        <p:spPr>
          <a:xfrm>
            <a:off x="8428911" y="4108698"/>
            <a:ext cx="320335" cy="329156"/>
          </a:xfrm>
          <a:custGeom>
            <a:rect b="b" l="l" r="r" t="t"/>
            <a:pathLst>
              <a:path extrusionOk="0" h="10299" w="10023">
                <a:moveTo>
                  <a:pt x="5149" y="1"/>
                </a:moveTo>
                <a:cubicBezTo>
                  <a:pt x="2309" y="1"/>
                  <a:pt x="1" y="2309"/>
                  <a:pt x="1" y="5149"/>
                </a:cubicBezTo>
                <a:cubicBezTo>
                  <a:pt x="1" y="7988"/>
                  <a:pt x="2309" y="10299"/>
                  <a:pt x="5149" y="10299"/>
                </a:cubicBezTo>
                <a:cubicBezTo>
                  <a:pt x="7411" y="10299"/>
                  <a:pt x="9333" y="8829"/>
                  <a:pt x="10022" y="6796"/>
                </a:cubicBezTo>
                <a:lnTo>
                  <a:pt x="7925" y="6796"/>
                </a:lnTo>
                <a:cubicBezTo>
                  <a:pt x="7360" y="7744"/>
                  <a:pt x="6328" y="8380"/>
                  <a:pt x="5149" y="8380"/>
                </a:cubicBezTo>
                <a:cubicBezTo>
                  <a:pt x="3368" y="8380"/>
                  <a:pt x="1917" y="6932"/>
                  <a:pt x="1917" y="5149"/>
                </a:cubicBezTo>
                <a:cubicBezTo>
                  <a:pt x="1917" y="3368"/>
                  <a:pt x="3368" y="1917"/>
                  <a:pt x="5149" y="1917"/>
                </a:cubicBezTo>
                <a:cubicBezTo>
                  <a:pt x="6328" y="1917"/>
                  <a:pt x="7360" y="2555"/>
                  <a:pt x="7925" y="3501"/>
                </a:cubicBezTo>
                <a:lnTo>
                  <a:pt x="10022" y="3501"/>
                </a:lnTo>
                <a:cubicBezTo>
                  <a:pt x="9333" y="1469"/>
                  <a:pt x="7411" y="1"/>
                  <a:pt x="514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30"/>
          <p:cNvSpPr/>
          <p:nvPr/>
        </p:nvSpPr>
        <p:spPr>
          <a:xfrm>
            <a:off x="8428890" y="1685803"/>
            <a:ext cx="120767" cy="336292"/>
          </a:xfrm>
          <a:custGeom>
            <a:rect b="b" l="l" r="r" t="t"/>
            <a:pathLst>
              <a:path extrusionOk="0" h="9749" w="3501">
                <a:moveTo>
                  <a:pt x="3501" y="1"/>
                </a:moveTo>
                <a:cubicBezTo>
                  <a:pt x="1468" y="688"/>
                  <a:pt x="0" y="2611"/>
                  <a:pt x="0" y="4874"/>
                </a:cubicBezTo>
                <a:cubicBezTo>
                  <a:pt x="0" y="7135"/>
                  <a:pt x="1468" y="9059"/>
                  <a:pt x="3501" y="9748"/>
                </a:cubicBezTo>
                <a:lnTo>
                  <a:pt x="3501" y="7649"/>
                </a:lnTo>
                <a:cubicBezTo>
                  <a:pt x="2555" y="7084"/>
                  <a:pt x="1916" y="6054"/>
                  <a:pt x="1916" y="4874"/>
                </a:cubicBezTo>
                <a:cubicBezTo>
                  <a:pt x="1916" y="3696"/>
                  <a:pt x="2556" y="2673"/>
                  <a:pt x="3501" y="2109"/>
                </a:cubicBezTo>
                <a:lnTo>
                  <a:pt x="350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6" name="Google Shape;116;p30"/>
          <p:cNvGrpSpPr/>
          <p:nvPr/>
        </p:nvGrpSpPr>
        <p:grpSpPr>
          <a:xfrm>
            <a:off x="2688615" y="327363"/>
            <a:ext cx="410682" cy="410682"/>
            <a:chOff x="2946260" y="1813841"/>
            <a:chExt cx="564511" cy="564511"/>
          </a:xfrm>
        </p:grpSpPr>
        <p:sp>
          <p:nvSpPr>
            <p:cNvPr id="117" name="Google Shape;117;p30"/>
            <p:cNvSpPr/>
            <p:nvPr/>
          </p:nvSpPr>
          <p:spPr>
            <a:xfrm>
              <a:off x="2946260" y="1813841"/>
              <a:ext cx="564511" cy="564511"/>
            </a:xfrm>
            <a:custGeom>
              <a:rect b="b" l="l" r="r" t="t"/>
              <a:pathLst>
                <a:path extrusionOk="0" h="16365" w="16365">
                  <a:moveTo>
                    <a:pt x="8182" y="1"/>
                  </a:moveTo>
                  <a:cubicBezTo>
                    <a:pt x="3663" y="1"/>
                    <a:pt x="1" y="3663"/>
                    <a:pt x="1" y="8183"/>
                  </a:cubicBezTo>
                  <a:cubicBezTo>
                    <a:pt x="1" y="10353"/>
                    <a:pt x="862" y="12435"/>
                    <a:pt x="2397" y="13968"/>
                  </a:cubicBezTo>
                  <a:cubicBezTo>
                    <a:pt x="3930" y="15503"/>
                    <a:pt x="6012" y="16364"/>
                    <a:pt x="8182" y="16364"/>
                  </a:cubicBezTo>
                  <a:cubicBezTo>
                    <a:pt x="10353" y="16364"/>
                    <a:pt x="12433" y="15503"/>
                    <a:pt x="13968" y="13968"/>
                  </a:cubicBezTo>
                  <a:cubicBezTo>
                    <a:pt x="15503" y="12435"/>
                    <a:pt x="16364" y="10353"/>
                    <a:pt x="16364" y="8183"/>
                  </a:cubicBezTo>
                  <a:cubicBezTo>
                    <a:pt x="16364" y="6012"/>
                    <a:pt x="15503" y="3932"/>
                    <a:pt x="13968" y="2397"/>
                  </a:cubicBezTo>
                  <a:cubicBezTo>
                    <a:pt x="12433" y="862"/>
                    <a:pt x="10353" y="1"/>
                    <a:pt x="818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30"/>
            <p:cNvSpPr/>
            <p:nvPr/>
          </p:nvSpPr>
          <p:spPr>
            <a:xfrm>
              <a:off x="3029120" y="1896770"/>
              <a:ext cx="398728" cy="398728"/>
            </a:xfrm>
            <a:custGeom>
              <a:rect b="b" l="l" r="r" t="t"/>
              <a:pathLst>
                <a:path extrusionOk="0" h="11559" w="11559">
                  <a:moveTo>
                    <a:pt x="0" y="0"/>
                  </a:moveTo>
                  <a:lnTo>
                    <a:pt x="0" y="11558"/>
                  </a:lnTo>
                  <a:lnTo>
                    <a:pt x="11559" y="11558"/>
                  </a:lnTo>
                  <a:lnTo>
                    <a:pt x="1155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30"/>
            <p:cNvSpPr/>
            <p:nvPr/>
          </p:nvSpPr>
          <p:spPr>
            <a:xfrm>
              <a:off x="3032259" y="1899909"/>
              <a:ext cx="392450" cy="392450"/>
            </a:xfrm>
            <a:custGeom>
              <a:rect b="b" l="l" r="r" t="t"/>
              <a:pathLst>
                <a:path extrusionOk="0" h="11377" w="11377">
                  <a:moveTo>
                    <a:pt x="5689" y="0"/>
                  </a:moveTo>
                  <a:lnTo>
                    <a:pt x="1" y="5688"/>
                  </a:lnTo>
                  <a:lnTo>
                    <a:pt x="5689" y="11376"/>
                  </a:lnTo>
                  <a:lnTo>
                    <a:pt x="11376" y="5688"/>
                  </a:lnTo>
                  <a:lnTo>
                    <a:pt x="568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120" name="Shape 120"/>
        <p:cNvGrpSpPr/>
        <p:nvPr/>
      </p:nvGrpSpPr>
      <p:grpSpPr>
        <a:xfrm>
          <a:off x="0" y="0"/>
          <a:ext cx="0" cy="0"/>
          <a:chOff x="0" y="0"/>
          <a:chExt cx="0" cy="0"/>
        </a:xfrm>
      </p:grpSpPr>
      <p:grpSp>
        <p:nvGrpSpPr>
          <p:cNvPr id="121" name="Google Shape;121;p31"/>
          <p:cNvGrpSpPr/>
          <p:nvPr/>
        </p:nvGrpSpPr>
        <p:grpSpPr>
          <a:xfrm rot="10800000">
            <a:off x="2149752" y="90576"/>
            <a:ext cx="410682" cy="410682"/>
            <a:chOff x="2946260" y="1813841"/>
            <a:chExt cx="564511" cy="564511"/>
          </a:xfrm>
        </p:grpSpPr>
        <p:sp>
          <p:nvSpPr>
            <p:cNvPr id="122" name="Google Shape;122;p31"/>
            <p:cNvSpPr/>
            <p:nvPr/>
          </p:nvSpPr>
          <p:spPr>
            <a:xfrm>
              <a:off x="2946260" y="1813841"/>
              <a:ext cx="564511" cy="564511"/>
            </a:xfrm>
            <a:custGeom>
              <a:rect b="b" l="l" r="r" t="t"/>
              <a:pathLst>
                <a:path extrusionOk="0" h="16365" w="16365">
                  <a:moveTo>
                    <a:pt x="8182" y="1"/>
                  </a:moveTo>
                  <a:cubicBezTo>
                    <a:pt x="3663" y="1"/>
                    <a:pt x="1" y="3663"/>
                    <a:pt x="1" y="8183"/>
                  </a:cubicBezTo>
                  <a:cubicBezTo>
                    <a:pt x="1" y="10353"/>
                    <a:pt x="862" y="12435"/>
                    <a:pt x="2397" y="13968"/>
                  </a:cubicBezTo>
                  <a:cubicBezTo>
                    <a:pt x="3930" y="15503"/>
                    <a:pt x="6012" y="16364"/>
                    <a:pt x="8182" y="16364"/>
                  </a:cubicBezTo>
                  <a:cubicBezTo>
                    <a:pt x="10353" y="16364"/>
                    <a:pt x="12433" y="15503"/>
                    <a:pt x="13968" y="13968"/>
                  </a:cubicBezTo>
                  <a:cubicBezTo>
                    <a:pt x="15503" y="12435"/>
                    <a:pt x="16364" y="10353"/>
                    <a:pt x="16364" y="8183"/>
                  </a:cubicBezTo>
                  <a:cubicBezTo>
                    <a:pt x="16364" y="6012"/>
                    <a:pt x="15503" y="3932"/>
                    <a:pt x="13968" y="2397"/>
                  </a:cubicBezTo>
                  <a:cubicBezTo>
                    <a:pt x="12433" y="862"/>
                    <a:pt x="10353" y="1"/>
                    <a:pt x="818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31"/>
            <p:cNvSpPr/>
            <p:nvPr/>
          </p:nvSpPr>
          <p:spPr>
            <a:xfrm>
              <a:off x="3029120" y="1896770"/>
              <a:ext cx="398728" cy="398728"/>
            </a:xfrm>
            <a:custGeom>
              <a:rect b="b" l="l" r="r" t="t"/>
              <a:pathLst>
                <a:path extrusionOk="0" h="11559" w="11559">
                  <a:moveTo>
                    <a:pt x="0" y="0"/>
                  </a:moveTo>
                  <a:lnTo>
                    <a:pt x="0" y="11558"/>
                  </a:lnTo>
                  <a:lnTo>
                    <a:pt x="11559" y="11558"/>
                  </a:lnTo>
                  <a:lnTo>
                    <a:pt x="1155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31"/>
            <p:cNvSpPr/>
            <p:nvPr/>
          </p:nvSpPr>
          <p:spPr>
            <a:xfrm>
              <a:off x="3032259" y="1899909"/>
              <a:ext cx="392450" cy="392450"/>
            </a:xfrm>
            <a:custGeom>
              <a:rect b="b" l="l" r="r" t="t"/>
              <a:pathLst>
                <a:path extrusionOk="0" h="11377" w="11377">
                  <a:moveTo>
                    <a:pt x="5689" y="0"/>
                  </a:moveTo>
                  <a:lnTo>
                    <a:pt x="1" y="5688"/>
                  </a:lnTo>
                  <a:lnTo>
                    <a:pt x="5689" y="11376"/>
                  </a:lnTo>
                  <a:lnTo>
                    <a:pt x="11376" y="5688"/>
                  </a:lnTo>
                  <a:lnTo>
                    <a:pt x="568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5" name="Google Shape;125;p31"/>
          <p:cNvGrpSpPr/>
          <p:nvPr/>
        </p:nvGrpSpPr>
        <p:grpSpPr>
          <a:xfrm rot="10800000">
            <a:off x="8816002" y="2453376"/>
            <a:ext cx="410682" cy="410682"/>
            <a:chOff x="2946260" y="1813841"/>
            <a:chExt cx="564511" cy="564511"/>
          </a:xfrm>
        </p:grpSpPr>
        <p:sp>
          <p:nvSpPr>
            <p:cNvPr id="126" name="Google Shape;126;p31"/>
            <p:cNvSpPr/>
            <p:nvPr/>
          </p:nvSpPr>
          <p:spPr>
            <a:xfrm>
              <a:off x="2946260" y="1813841"/>
              <a:ext cx="564511" cy="564511"/>
            </a:xfrm>
            <a:custGeom>
              <a:rect b="b" l="l" r="r" t="t"/>
              <a:pathLst>
                <a:path extrusionOk="0" h="16365" w="16365">
                  <a:moveTo>
                    <a:pt x="8182" y="1"/>
                  </a:moveTo>
                  <a:cubicBezTo>
                    <a:pt x="3663" y="1"/>
                    <a:pt x="1" y="3663"/>
                    <a:pt x="1" y="8183"/>
                  </a:cubicBezTo>
                  <a:cubicBezTo>
                    <a:pt x="1" y="10353"/>
                    <a:pt x="862" y="12435"/>
                    <a:pt x="2397" y="13968"/>
                  </a:cubicBezTo>
                  <a:cubicBezTo>
                    <a:pt x="3930" y="15503"/>
                    <a:pt x="6012" y="16364"/>
                    <a:pt x="8182" y="16364"/>
                  </a:cubicBezTo>
                  <a:cubicBezTo>
                    <a:pt x="10353" y="16364"/>
                    <a:pt x="12433" y="15503"/>
                    <a:pt x="13968" y="13968"/>
                  </a:cubicBezTo>
                  <a:cubicBezTo>
                    <a:pt x="15503" y="12435"/>
                    <a:pt x="16364" y="10353"/>
                    <a:pt x="16364" y="8183"/>
                  </a:cubicBezTo>
                  <a:cubicBezTo>
                    <a:pt x="16364" y="6012"/>
                    <a:pt x="15503" y="3932"/>
                    <a:pt x="13968" y="2397"/>
                  </a:cubicBezTo>
                  <a:cubicBezTo>
                    <a:pt x="12433" y="862"/>
                    <a:pt x="10353" y="1"/>
                    <a:pt x="818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31"/>
            <p:cNvSpPr/>
            <p:nvPr/>
          </p:nvSpPr>
          <p:spPr>
            <a:xfrm>
              <a:off x="3029120" y="1896770"/>
              <a:ext cx="398728" cy="398728"/>
            </a:xfrm>
            <a:custGeom>
              <a:rect b="b" l="l" r="r" t="t"/>
              <a:pathLst>
                <a:path extrusionOk="0" h="11559" w="11559">
                  <a:moveTo>
                    <a:pt x="0" y="0"/>
                  </a:moveTo>
                  <a:lnTo>
                    <a:pt x="0" y="11558"/>
                  </a:lnTo>
                  <a:lnTo>
                    <a:pt x="11559" y="11558"/>
                  </a:lnTo>
                  <a:lnTo>
                    <a:pt x="1155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31"/>
            <p:cNvSpPr/>
            <p:nvPr/>
          </p:nvSpPr>
          <p:spPr>
            <a:xfrm>
              <a:off x="3032259" y="1899909"/>
              <a:ext cx="392450" cy="392450"/>
            </a:xfrm>
            <a:custGeom>
              <a:rect b="b" l="l" r="r" t="t"/>
              <a:pathLst>
                <a:path extrusionOk="0" h="11377" w="11377">
                  <a:moveTo>
                    <a:pt x="5689" y="0"/>
                  </a:moveTo>
                  <a:lnTo>
                    <a:pt x="1" y="5688"/>
                  </a:lnTo>
                  <a:lnTo>
                    <a:pt x="5689" y="11376"/>
                  </a:lnTo>
                  <a:lnTo>
                    <a:pt x="11376" y="5688"/>
                  </a:lnTo>
                  <a:lnTo>
                    <a:pt x="568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9" name="Google Shape;129;p31"/>
          <p:cNvSpPr/>
          <p:nvPr/>
        </p:nvSpPr>
        <p:spPr>
          <a:xfrm rot="10800000">
            <a:off x="5374840" y="4952567"/>
            <a:ext cx="320335" cy="329156"/>
          </a:xfrm>
          <a:custGeom>
            <a:rect b="b" l="l" r="r" t="t"/>
            <a:pathLst>
              <a:path extrusionOk="0" h="10299" w="10023">
                <a:moveTo>
                  <a:pt x="5149" y="1"/>
                </a:moveTo>
                <a:cubicBezTo>
                  <a:pt x="2309" y="1"/>
                  <a:pt x="1" y="2309"/>
                  <a:pt x="1" y="5149"/>
                </a:cubicBezTo>
                <a:cubicBezTo>
                  <a:pt x="1" y="7988"/>
                  <a:pt x="2309" y="10299"/>
                  <a:pt x="5149" y="10299"/>
                </a:cubicBezTo>
                <a:cubicBezTo>
                  <a:pt x="7411" y="10299"/>
                  <a:pt x="9333" y="8829"/>
                  <a:pt x="10022" y="6796"/>
                </a:cubicBezTo>
                <a:lnTo>
                  <a:pt x="7925" y="6796"/>
                </a:lnTo>
                <a:cubicBezTo>
                  <a:pt x="7360" y="7744"/>
                  <a:pt x="6328" y="8380"/>
                  <a:pt x="5149" y="8380"/>
                </a:cubicBezTo>
                <a:cubicBezTo>
                  <a:pt x="3368" y="8380"/>
                  <a:pt x="1917" y="6932"/>
                  <a:pt x="1917" y="5149"/>
                </a:cubicBezTo>
                <a:cubicBezTo>
                  <a:pt x="1917" y="3368"/>
                  <a:pt x="3368" y="1917"/>
                  <a:pt x="5149" y="1917"/>
                </a:cubicBezTo>
                <a:cubicBezTo>
                  <a:pt x="6328" y="1917"/>
                  <a:pt x="7360" y="2555"/>
                  <a:pt x="7925" y="3501"/>
                </a:cubicBezTo>
                <a:lnTo>
                  <a:pt x="10022" y="3501"/>
                </a:lnTo>
                <a:cubicBezTo>
                  <a:pt x="9333" y="1469"/>
                  <a:pt x="7411" y="1"/>
                  <a:pt x="514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0" name="Google Shape;130;p31"/>
          <p:cNvGrpSpPr/>
          <p:nvPr/>
        </p:nvGrpSpPr>
        <p:grpSpPr>
          <a:xfrm rot="10800000">
            <a:off x="2369666" y="4719836"/>
            <a:ext cx="450536" cy="410703"/>
            <a:chOff x="6541834" y="329657"/>
            <a:chExt cx="450536" cy="410703"/>
          </a:xfrm>
        </p:grpSpPr>
        <p:sp>
          <p:nvSpPr>
            <p:cNvPr id="131" name="Google Shape;131;p31"/>
            <p:cNvSpPr/>
            <p:nvPr/>
          </p:nvSpPr>
          <p:spPr>
            <a:xfrm>
              <a:off x="6632681" y="359014"/>
              <a:ext cx="139004" cy="179325"/>
            </a:xfrm>
            <a:custGeom>
              <a:rect b="b" l="l" r="r" t="t"/>
              <a:pathLst>
                <a:path extrusionOk="0" h="9175" w="7112">
                  <a:moveTo>
                    <a:pt x="481" y="0"/>
                  </a:moveTo>
                  <a:lnTo>
                    <a:pt x="1" y="360"/>
                  </a:lnTo>
                  <a:lnTo>
                    <a:pt x="6631" y="9174"/>
                  </a:lnTo>
                  <a:lnTo>
                    <a:pt x="7111" y="8814"/>
                  </a:lnTo>
                  <a:lnTo>
                    <a:pt x="4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31"/>
            <p:cNvSpPr/>
            <p:nvPr/>
          </p:nvSpPr>
          <p:spPr>
            <a:xfrm>
              <a:off x="6542030" y="465048"/>
              <a:ext cx="226800" cy="75874"/>
            </a:xfrm>
            <a:custGeom>
              <a:rect b="b" l="l" r="r" t="t"/>
              <a:pathLst>
                <a:path extrusionOk="0" h="3882" w="11604">
                  <a:moveTo>
                    <a:pt x="168" y="1"/>
                  </a:moveTo>
                  <a:lnTo>
                    <a:pt x="1" y="578"/>
                  </a:lnTo>
                  <a:lnTo>
                    <a:pt x="11436" y="3881"/>
                  </a:lnTo>
                  <a:lnTo>
                    <a:pt x="11603" y="3305"/>
                  </a:lnTo>
                  <a:lnTo>
                    <a:pt x="16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31"/>
            <p:cNvSpPr/>
            <p:nvPr/>
          </p:nvSpPr>
          <p:spPr>
            <a:xfrm>
              <a:off x="6762208" y="359112"/>
              <a:ext cx="139024" cy="179267"/>
            </a:xfrm>
            <a:custGeom>
              <a:rect b="b" l="l" r="r" t="t"/>
              <a:pathLst>
                <a:path extrusionOk="0" h="9172" w="7113">
                  <a:moveTo>
                    <a:pt x="6634" y="0"/>
                  </a:moveTo>
                  <a:lnTo>
                    <a:pt x="1" y="8811"/>
                  </a:lnTo>
                  <a:lnTo>
                    <a:pt x="479" y="9171"/>
                  </a:lnTo>
                  <a:lnTo>
                    <a:pt x="7113" y="361"/>
                  </a:lnTo>
                  <a:lnTo>
                    <a:pt x="663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31"/>
            <p:cNvSpPr/>
            <p:nvPr/>
          </p:nvSpPr>
          <p:spPr>
            <a:xfrm>
              <a:off x="6761113" y="329657"/>
              <a:ext cx="11727" cy="205340"/>
            </a:xfrm>
            <a:custGeom>
              <a:rect b="b" l="l" r="r" t="t"/>
              <a:pathLst>
                <a:path extrusionOk="0" h="10506" w="600">
                  <a:moveTo>
                    <a:pt x="0" y="1"/>
                  </a:moveTo>
                  <a:lnTo>
                    <a:pt x="0" y="10506"/>
                  </a:lnTo>
                  <a:lnTo>
                    <a:pt x="600" y="10506"/>
                  </a:lnTo>
                  <a:lnTo>
                    <a:pt x="60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31"/>
            <p:cNvSpPr/>
            <p:nvPr/>
          </p:nvSpPr>
          <p:spPr>
            <a:xfrm>
              <a:off x="6765374" y="464774"/>
              <a:ext cx="226781" cy="75796"/>
            </a:xfrm>
            <a:custGeom>
              <a:rect b="b" l="l" r="r" t="t"/>
              <a:pathLst>
                <a:path extrusionOk="0" h="3878" w="11603">
                  <a:moveTo>
                    <a:pt x="11437" y="1"/>
                  </a:moveTo>
                  <a:lnTo>
                    <a:pt x="0" y="3301"/>
                  </a:lnTo>
                  <a:lnTo>
                    <a:pt x="167" y="3878"/>
                  </a:lnTo>
                  <a:lnTo>
                    <a:pt x="11603" y="578"/>
                  </a:lnTo>
                  <a:lnTo>
                    <a:pt x="114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31"/>
            <p:cNvSpPr/>
            <p:nvPr/>
          </p:nvSpPr>
          <p:spPr>
            <a:xfrm>
              <a:off x="6632622" y="531385"/>
              <a:ext cx="139063" cy="179286"/>
            </a:xfrm>
            <a:custGeom>
              <a:rect b="b" l="l" r="r" t="t"/>
              <a:pathLst>
                <a:path extrusionOk="0" h="9173" w="7115">
                  <a:moveTo>
                    <a:pt x="6636" y="0"/>
                  </a:moveTo>
                  <a:lnTo>
                    <a:pt x="0" y="8811"/>
                  </a:lnTo>
                  <a:lnTo>
                    <a:pt x="480" y="9173"/>
                  </a:lnTo>
                  <a:lnTo>
                    <a:pt x="7114" y="362"/>
                  </a:lnTo>
                  <a:lnTo>
                    <a:pt x="663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31"/>
            <p:cNvSpPr/>
            <p:nvPr/>
          </p:nvSpPr>
          <p:spPr>
            <a:xfrm>
              <a:off x="6541834" y="529313"/>
              <a:ext cx="226820" cy="75796"/>
            </a:xfrm>
            <a:custGeom>
              <a:rect b="b" l="l" r="r" t="t"/>
              <a:pathLst>
                <a:path extrusionOk="0" h="3878" w="11605">
                  <a:moveTo>
                    <a:pt x="11437" y="1"/>
                  </a:moveTo>
                  <a:lnTo>
                    <a:pt x="0" y="3303"/>
                  </a:lnTo>
                  <a:lnTo>
                    <a:pt x="167" y="3878"/>
                  </a:lnTo>
                  <a:lnTo>
                    <a:pt x="11604" y="577"/>
                  </a:lnTo>
                  <a:lnTo>
                    <a:pt x="114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31"/>
            <p:cNvSpPr/>
            <p:nvPr/>
          </p:nvSpPr>
          <p:spPr>
            <a:xfrm>
              <a:off x="6762286" y="531268"/>
              <a:ext cx="138945" cy="179345"/>
            </a:xfrm>
            <a:custGeom>
              <a:rect b="b" l="l" r="r" t="t"/>
              <a:pathLst>
                <a:path extrusionOk="0" h="9176" w="7109">
                  <a:moveTo>
                    <a:pt x="480" y="1"/>
                  </a:moveTo>
                  <a:lnTo>
                    <a:pt x="0" y="361"/>
                  </a:lnTo>
                  <a:lnTo>
                    <a:pt x="6630" y="9175"/>
                  </a:lnTo>
                  <a:lnTo>
                    <a:pt x="7109" y="8815"/>
                  </a:lnTo>
                  <a:lnTo>
                    <a:pt x="48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31"/>
            <p:cNvSpPr/>
            <p:nvPr/>
          </p:nvSpPr>
          <p:spPr>
            <a:xfrm>
              <a:off x="6761113" y="534981"/>
              <a:ext cx="11727" cy="205379"/>
            </a:xfrm>
            <a:custGeom>
              <a:rect b="b" l="l" r="r" t="t"/>
              <a:pathLst>
                <a:path extrusionOk="0" h="10508" w="600">
                  <a:moveTo>
                    <a:pt x="0" y="1"/>
                  </a:moveTo>
                  <a:lnTo>
                    <a:pt x="0" y="10508"/>
                  </a:lnTo>
                  <a:lnTo>
                    <a:pt x="600" y="10508"/>
                  </a:lnTo>
                  <a:lnTo>
                    <a:pt x="60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31"/>
            <p:cNvSpPr/>
            <p:nvPr/>
          </p:nvSpPr>
          <p:spPr>
            <a:xfrm>
              <a:off x="6765570" y="529626"/>
              <a:ext cx="226800" cy="75835"/>
            </a:xfrm>
            <a:custGeom>
              <a:rect b="b" l="l" r="r" t="t"/>
              <a:pathLst>
                <a:path extrusionOk="0" h="3880" w="11604">
                  <a:moveTo>
                    <a:pt x="168" y="1"/>
                  </a:moveTo>
                  <a:lnTo>
                    <a:pt x="1" y="577"/>
                  </a:lnTo>
                  <a:lnTo>
                    <a:pt x="11436" y="3879"/>
                  </a:lnTo>
                  <a:lnTo>
                    <a:pt x="11603" y="3302"/>
                  </a:lnTo>
                  <a:lnTo>
                    <a:pt x="16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31"/>
            <p:cNvSpPr/>
            <p:nvPr/>
          </p:nvSpPr>
          <p:spPr>
            <a:xfrm>
              <a:off x="6568904" y="410751"/>
              <a:ext cx="396138" cy="248515"/>
            </a:xfrm>
            <a:custGeom>
              <a:rect b="b" l="l" r="r" t="t"/>
              <a:pathLst>
                <a:path extrusionOk="0" h="12715" w="20268">
                  <a:moveTo>
                    <a:pt x="10135" y="1"/>
                  </a:moveTo>
                  <a:cubicBezTo>
                    <a:pt x="3536" y="1"/>
                    <a:pt x="1" y="6359"/>
                    <a:pt x="1" y="6359"/>
                  </a:cubicBezTo>
                  <a:cubicBezTo>
                    <a:pt x="1" y="6359"/>
                    <a:pt x="3536" y="12714"/>
                    <a:pt x="10135" y="12714"/>
                  </a:cubicBezTo>
                  <a:cubicBezTo>
                    <a:pt x="16734" y="12714"/>
                    <a:pt x="20268" y="6359"/>
                    <a:pt x="20268" y="6359"/>
                  </a:cubicBezTo>
                  <a:cubicBezTo>
                    <a:pt x="20268" y="6359"/>
                    <a:pt x="16734" y="1"/>
                    <a:pt x="1013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31"/>
            <p:cNvSpPr/>
            <p:nvPr/>
          </p:nvSpPr>
          <p:spPr>
            <a:xfrm>
              <a:off x="6656155" y="434030"/>
              <a:ext cx="221679" cy="201978"/>
            </a:xfrm>
            <a:custGeom>
              <a:rect b="b" l="l" r="r" t="t"/>
              <a:pathLst>
                <a:path extrusionOk="0" h="10334" w="11342">
                  <a:moveTo>
                    <a:pt x="5671" y="0"/>
                  </a:moveTo>
                  <a:cubicBezTo>
                    <a:pt x="4349" y="0"/>
                    <a:pt x="3027" y="505"/>
                    <a:pt x="2017" y="1514"/>
                  </a:cubicBezTo>
                  <a:cubicBezTo>
                    <a:pt x="1" y="3531"/>
                    <a:pt x="1" y="6803"/>
                    <a:pt x="2017" y="8819"/>
                  </a:cubicBezTo>
                  <a:cubicBezTo>
                    <a:pt x="3027" y="9829"/>
                    <a:pt x="4349" y="10333"/>
                    <a:pt x="5671" y="10333"/>
                  </a:cubicBezTo>
                  <a:cubicBezTo>
                    <a:pt x="6993" y="10333"/>
                    <a:pt x="8315" y="9829"/>
                    <a:pt x="9325" y="8819"/>
                  </a:cubicBezTo>
                  <a:cubicBezTo>
                    <a:pt x="11341" y="6803"/>
                    <a:pt x="11341" y="3531"/>
                    <a:pt x="9325" y="1514"/>
                  </a:cubicBezTo>
                  <a:cubicBezTo>
                    <a:pt x="8315" y="505"/>
                    <a:pt x="6993" y="0"/>
                    <a:pt x="567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31"/>
            <p:cNvSpPr/>
            <p:nvPr/>
          </p:nvSpPr>
          <p:spPr>
            <a:xfrm>
              <a:off x="6666025" y="434030"/>
              <a:ext cx="201900" cy="201900"/>
            </a:xfrm>
            <a:custGeom>
              <a:rect b="b" l="l" r="r" t="t"/>
              <a:pathLst>
                <a:path extrusionOk="0" h="10330" w="10330">
                  <a:moveTo>
                    <a:pt x="5166" y="0"/>
                  </a:moveTo>
                  <a:lnTo>
                    <a:pt x="4035" y="4035"/>
                  </a:lnTo>
                  <a:lnTo>
                    <a:pt x="0" y="5166"/>
                  </a:lnTo>
                  <a:lnTo>
                    <a:pt x="4035" y="6295"/>
                  </a:lnTo>
                  <a:lnTo>
                    <a:pt x="5166" y="10330"/>
                  </a:lnTo>
                  <a:lnTo>
                    <a:pt x="6295" y="6295"/>
                  </a:lnTo>
                  <a:lnTo>
                    <a:pt x="10330" y="5166"/>
                  </a:lnTo>
                  <a:lnTo>
                    <a:pt x="6295" y="4035"/>
                  </a:lnTo>
                  <a:lnTo>
                    <a:pt x="5166"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4" name="Google Shape;144;p31"/>
          <p:cNvGrpSpPr/>
          <p:nvPr/>
        </p:nvGrpSpPr>
        <p:grpSpPr>
          <a:xfrm rot="10800000">
            <a:off x="5616964" y="90573"/>
            <a:ext cx="1517235" cy="203069"/>
            <a:chOff x="1912961" y="4405442"/>
            <a:chExt cx="1517235" cy="203069"/>
          </a:xfrm>
        </p:grpSpPr>
        <p:sp>
          <p:nvSpPr>
            <p:cNvPr id="145" name="Google Shape;145;p31"/>
            <p:cNvSpPr/>
            <p:nvPr/>
          </p:nvSpPr>
          <p:spPr>
            <a:xfrm rot="10800000">
              <a:off x="1912961" y="4474619"/>
              <a:ext cx="65443" cy="65416"/>
            </a:xfrm>
            <a:custGeom>
              <a:rect b="b" l="l" r="r" t="t"/>
              <a:pathLst>
                <a:path extrusionOk="0" h="2417" w="2418">
                  <a:moveTo>
                    <a:pt x="1210" y="1"/>
                  </a:moveTo>
                  <a:cubicBezTo>
                    <a:pt x="542" y="1"/>
                    <a:pt x="0" y="540"/>
                    <a:pt x="0" y="1209"/>
                  </a:cubicBezTo>
                  <a:cubicBezTo>
                    <a:pt x="0" y="1877"/>
                    <a:pt x="542" y="2416"/>
                    <a:pt x="1210" y="2416"/>
                  </a:cubicBezTo>
                  <a:cubicBezTo>
                    <a:pt x="1876" y="2416"/>
                    <a:pt x="2418" y="1877"/>
                    <a:pt x="2418" y="1209"/>
                  </a:cubicBezTo>
                  <a:cubicBezTo>
                    <a:pt x="2418" y="542"/>
                    <a:pt x="1876" y="1"/>
                    <a:pt x="121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31"/>
            <p:cNvSpPr/>
            <p:nvPr/>
          </p:nvSpPr>
          <p:spPr>
            <a:xfrm rot="10800000">
              <a:off x="2017996" y="4500898"/>
              <a:ext cx="1307158" cy="12152"/>
            </a:xfrm>
            <a:custGeom>
              <a:rect b="b" l="l" r="r" t="t"/>
              <a:pathLst>
                <a:path extrusionOk="0" h="449" w="48297">
                  <a:moveTo>
                    <a:pt x="0" y="1"/>
                  </a:moveTo>
                  <a:lnTo>
                    <a:pt x="0" y="449"/>
                  </a:lnTo>
                  <a:lnTo>
                    <a:pt x="48297" y="449"/>
                  </a:lnTo>
                  <a:lnTo>
                    <a:pt x="4829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31"/>
            <p:cNvSpPr/>
            <p:nvPr/>
          </p:nvSpPr>
          <p:spPr>
            <a:xfrm rot="10800000">
              <a:off x="2570032" y="4405442"/>
              <a:ext cx="203069" cy="203069"/>
            </a:xfrm>
            <a:custGeom>
              <a:rect b="b" l="l" r="r" t="t"/>
              <a:pathLst>
                <a:path extrusionOk="0" h="7503" w="7503">
                  <a:moveTo>
                    <a:pt x="3750" y="1"/>
                  </a:moveTo>
                  <a:lnTo>
                    <a:pt x="0" y="3753"/>
                  </a:lnTo>
                  <a:lnTo>
                    <a:pt x="3750" y="7503"/>
                  </a:lnTo>
                  <a:lnTo>
                    <a:pt x="7503" y="3753"/>
                  </a:lnTo>
                  <a:lnTo>
                    <a:pt x="375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31"/>
            <p:cNvSpPr/>
            <p:nvPr/>
          </p:nvSpPr>
          <p:spPr>
            <a:xfrm rot="10800000">
              <a:off x="2534519" y="4426363"/>
              <a:ext cx="12179" cy="161199"/>
            </a:xfrm>
            <a:custGeom>
              <a:rect b="b" l="l" r="r" t="t"/>
              <a:pathLst>
                <a:path extrusionOk="0" h="5956" w="450">
                  <a:moveTo>
                    <a:pt x="1" y="0"/>
                  </a:moveTo>
                  <a:lnTo>
                    <a:pt x="1" y="5955"/>
                  </a:lnTo>
                  <a:lnTo>
                    <a:pt x="449" y="5955"/>
                  </a:lnTo>
                  <a:lnTo>
                    <a:pt x="44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31"/>
            <p:cNvSpPr/>
            <p:nvPr/>
          </p:nvSpPr>
          <p:spPr>
            <a:xfrm rot="10800000">
              <a:off x="2485693" y="4453644"/>
              <a:ext cx="12233" cy="106663"/>
            </a:xfrm>
            <a:custGeom>
              <a:rect b="b" l="l" r="r" t="t"/>
              <a:pathLst>
                <a:path extrusionOk="0" h="3941" w="452">
                  <a:moveTo>
                    <a:pt x="1" y="1"/>
                  </a:moveTo>
                  <a:lnTo>
                    <a:pt x="1" y="3941"/>
                  </a:lnTo>
                  <a:lnTo>
                    <a:pt x="451" y="3941"/>
                  </a:lnTo>
                  <a:lnTo>
                    <a:pt x="45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31"/>
            <p:cNvSpPr/>
            <p:nvPr/>
          </p:nvSpPr>
          <p:spPr>
            <a:xfrm rot="10800000">
              <a:off x="2304112" y="4454537"/>
              <a:ext cx="104850" cy="104850"/>
            </a:xfrm>
            <a:custGeom>
              <a:rect b="b" l="l" r="r" t="t"/>
              <a:pathLst>
                <a:path extrusionOk="0" h="3874" w="3874">
                  <a:moveTo>
                    <a:pt x="3553" y="0"/>
                  </a:moveTo>
                  <a:lnTo>
                    <a:pt x="0" y="3555"/>
                  </a:lnTo>
                  <a:lnTo>
                    <a:pt x="318" y="3873"/>
                  </a:lnTo>
                  <a:lnTo>
                    <a:pt x="3873" y="318"/>
                  </a:lnTo>
                  <a:lnTo>
                    <a:pt x="3553"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31"/>
            <p:cNvSpPr/>
            <p:nvPr/>
          </p:nvSpPr>
          <p:spPr>
            <a:xfrm rot="10800000">
              <a:off x="2304166" y="4454537"/>
              <a:ext cx="104796" cy="104850"/>
            </a:xfrm>
            <a:custGeom>
              <a:rect b="b" l="l" r="r" t="t"/>
              <a:pathLst>
                <a:path extrusionOk="0" h="3874" w="3872">
                  <a:moveTo>
                    <a:pt x="318" y="0"/>
                  </a:moveTo>
                  <a:lnTo>
                    <a:pt x="0" y="320"/>
                  </a:lnTo>
                  <a:lnTo>
                    <a:pt x="3553" y="3873"/>
                  </a:lnTo>
                  <a:lnTo>
                    <a:pt x="3872" y="3555"/>
                  </a:lnTo>
                  <a:lnTo>
                    <a:pt x="31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31"/>
            <p:cNvSpPr/>
            <p:nvPr/>
          </p:nvSpPr>
          <p:spPr>
            <a:xfrm rot="10800000">
              <a:off x="2135846" y="4432804"/>
              <a:ext cx="101061" cy="145204"/>
            </a:xfrm>
            <a:custGeom>
              <a:rect b="b" l="l" r="r" t="t"/>
              <a:pathLst>
                <a:path extrusionOk="0" h="5365" w="3734">
                  <a:moveTo>
                    <a:pt x="2682" y="1"/>
                  </a:moveTo>
                  <a:cubicBezTo>
                    <a:pt x="1202" y="1"/>
                    <a:pt x="1" y="1202"/>
                    <a:pt x="1" y="2682"/>
                  </a:cubicBezTo>
                  <a:cubicBezTo>
                    <a:pt x="1" y="4164"/>
                    <a:pt x="1202" y="5365"/>
                    <a:pt x="2682" y="5365"/>
                  </a:cubicBezTo>
                  <a:cubicBezTo>
                    <a:pt x="3055" y="5365"/>
                    <a:pt x="3410" y="5288"/>
                    <a:pt x="3733" y="5150"/>
                  </a:cubicBezTo>
                  <a:cubicBezTo>
                    <a:pt x="2775" y="4741"/>
                    <a:pt x="2102" y="3791"/>
                    <a:pt x="2102" y="2682"/>
                  </a:cubicBezTo>
                  <a:cubicBezTo>
                    <a:pt x="2102" y="1574"/>
                    <a:pt x="2775" y="623"/>
                    <a:pt x="3733" y="215"/>
                  </a:cubicBezTo>
                  <a:cubicBezTo>
                    <a:pt x="3410" y="76"/>
                    <a:pt x="3055" y="1"/>
                    <a:pt x="268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31"/>
            <p:cNvSpPr/>
            <p:nvPr/>
          </p:nvSpPr>
          <p:spPr>
            <a:xfrm rot="10800000">
              <a:off x="1940975" y="4425930"/>
              <a:ext cx="123092" cy="162065"/>
            </a:xfrm>
            <a:custGeom>
              <a:rect b="b" l="l" r="r" t="t"/>
              <a:pathLst>
                <a:path extrusionOk="0" h="5988" w="4548">
                  <a:moveTo>
                    <a:pt x="1" y="0"/>
                  </a:moveTo>
                  <a:lnTo>
                    <a:pt x="1" y="5987"/>
                  </a:lnTo>
                  <a:lnTo>
                    <a:pt x="4547" y="2995"/>
                  </a:lnTo>
                  <a:lnTo>
                    <a:pt x="1"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31"/>
            <p:cNvSpPr/>
            <p:nvPr/>
          </p:nvSpPr>
          <p:spPr>
            <a:xfrm rot="10800000">
              <a:off x="3364780" y="4474619"/>
              <a:ext cx="65416" cy="65416"/>
            </a:xfrm>
            <a:custGeom>
              <a:rect b="b" l="l" r="r" t="t"/>
              <a:pathLst>
                <a:path extrusionOk="0" h="2417" w="2417">
                  <a:moveTo>
                    <a:pt x="1209" y="1"/>
                  </a:moveTo>
                  <a:cubicBezTo>
                    <a:pt x="541" y="1"/>
                    <a:pt x="1" y="540"/>
                    <a:pt x="1" y="1209"/>
                  </a:cubicBezTo>
                  <a:cubicBezTo>
                    <a:pt x="1" y="1877"/>
                    <a:pt x="541" y="2416"/>
                    <a:pt x="1209" y="2416"/>
                  </a:cubicBezTo>
                  <a:cubicBezTo>
                    <a:pt x="1875" y="2416"/>
                    <a:pt x="2417" y="1877"/>
                    <a:pt x="2417" y="1209"/>
                  </a:cubicBezTo>
                  <a:cubicBezTo>
                    <a:pt x="2417" y="542"/>
                    <a:pt x="1875" y="1"/>
                    <a:pt x="120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31"/>
            <p:cNvSpPr/>
            <p:nvPr/>
          </p:nvSpPr>
          <p:spPr>
            <a:xfrm rot="10800000">
              <a:off x="2796458" y="4426363"/>
              <a:ext cx="12206" cy="161199"/>
            </a:xfrm>
            <a:custGeom>
              <a:rect b="b" l="l" r="r" t="t"/>
              <a:pathLst>
                <a:path extrusionOk="0" h="5956" w="451">
                  <a:moveTo>
                    <a:pt x="1" y="0"/>
                  </a:moveTo>
                  <a:lnTo>
                    <a:pt x="1" y="5955"/>
                  </a:lnTo>
                  <a:lnTo>
                    <a:pt x="451" y="5955"/>
                  </a:lnTo>
                  <a:lnTo>
                    <a:pt x="45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31"/>
            <p:cNvSpPr/>
            <p:nvPr/>
          </p:nvSpPr>
          <p:spPr>
            <a:xfrm rot="10800000">
              <a:off x="2845230" y="4453644"/>
              <a:ext cx="12206" cy="106663"/>
            </a:xfrm>
            <a:custGeom>
              <a:rect b="b" l="l" r="r" t="t"/>
              <a:pathLst>
                <a:path extrusionOk="0" h="3941" w="451">
                  <a:moveTo>
                    <a:pt x="1" y="1"/>
                  </a:moveTo>
                  <a:lnTo>
                    <a:pt x="1" y="3941"/>
                  </a:lnTo>
                  <a:lnTo>
                    <a:pt x="451" y="3941"/>
                  </a:lnTo>
                  <a:lnTo>
                    <a:pt x="45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31"/>
            <p:cNvSpPr/>
            <p:nvPr/>
          </p:nvSpPr>
          <p:spPr>
            <a:xfrm rot="10800000">
              <a:off x="2934169" y="4454537"/>
              <a:ext cx="104850" cy="104850"/>
            </a:xfrm>
            <a:custGeom>
              <a:rect b="b" l="l" r="r" t="t"/>
              <a:pathLst>
                <a:path extrusionOk="0" h="3874" w="3874">
                  <a:moveTo>
                    <a:pt x="319" y="0"/>
                  </a:moveTo>
                  <a:lnTo>
                    <a:pt x="0" y="320"/>
                  </a:lnTo>
                  <a:lnTo>
                    <a:pt x="3555" y="3873"/>
                  </a:lnTo>
                  <a:lnTo>
                    <a:pt x="3874" y="3555"/>
                  </a:lnTo>
                  <a:lnTo>
                    <a:pt x="31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31"/>
            <p:cNvSpPr/>
            <p:nvPr/>
          </p:nvSpPr>
          <p:spPr>
            <a:xfrm rot="10800000">
              <a:off x="2934169" y="4454537"/>
              <a:ext cx="104850" cy="104850"/>
            </a:xfrm>
            <a:custGeom>
              <a:rect b="b" l="l" r="r" t="t"/>
              <a:pathLst>
                <a:path extrusionOk="0" h="3874" w="3874">
                  <a:moveTo>
                    <a:pt x="3555" y="0"/>
                  </a:moveTo>
                  <a:lnTo>
                    <a:pt x="0" y="3555"/>
                  </a:lnTo>
                  <a:lnTo>
                    <a:pt x="319" y="3873"/>
                  </a:lnTo>
                  <a:lnTo>
                    <a:pt x="3874" y="320"/>
                  </a:lnTo>
                  <a:lnTo>
                    <a:pt x="3555"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31"/>
            <p:cNvSpPr/>
            <p:nvPr/>
          </p:nvSpPr>
          <p:spPr>
            <a:xfrm rot="10800000">
              <a:off x="3106251" y="4432804"/>
              <a:ext cx="101034" cy="145204"/>
            </a:xfrm>
            <a:custGeom>
              <a:rect b="b" l="l" r="r" t="t"/>
              <a:pathLst>
                <a:path extrusionOk="0" h="5365" w="3733">
                  <a:moveTo>
                    <a:pt x="1050" y="1"/>
                  </a:moveTo>
                  <a:cubicBezTo>
                    <a:pt x="677" y="1"/>
                    <a:pt x="322" y="76"/>
                    <a:pt x="0" y="215"/>
                  </a:cubicBezTo>
                  <a:cubicBezTo>
                    <a:pt x="959" y="623"/>
                    <a:pt x="1630" y="1574"/>
                    <a:pt x="1630" y="2682"/>
                  </a:cubicBezTo>
                  <a:cubicBezTo>
                    <a:pt x="1630" y="3791"/>
                    <a:pt x="959" y="4741"/>
                    <a:pt x="0" y="5150"/>
                  </a:cubicBezTo>
                  <a:cubicBezTo>
                    <a:pt x="322" y="5288"/>
                    <a:pt x="677" y="5365"/>
                    <a:pt x="1050" y="5365"/>
                  </a:cubicBezTo>
                  <a:cubicBezTo>
                    <a:pt x="2532" y="5365"/>
                    <a:pt x="3733" y="4164"/>
                    <a:pt x="3733" y="2682"/>
                  </a:cubicBezTo>
                  <a:cubicBezTo>
                    <a:pt x="3733" y="1202"/>
                    <a:pt x="2532" y="1"/>
                    <a:pt x="105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31"/>
            <p:cNvSpPr/>
            <p:nvPr/>
          </p:nvSpPr>
          <p:spPr>
            <a:xfrm rot="10800000">
              <a:off x="3279118" y="4425930"/>
              <a:ext cx="123037" cy="162065"/>
            </a:xfrm>
            <a:custGeom>
              <a:rect b="b" l="l" r="r" t="t"/>
              <a:pathLst>
                <a:path extrusionOk="0" h="5988" w="4546">
                  <a:moveTo>
                    <a:pt x="4545" y="0"/>
                  </a:moveTo>
                  <a:lnTo>
                    <a:pt x="0" y="2995"/>
                  </a:lnTo>
                  <a:lnTo>
                    <a:pt x="4545" y="5987"/>
                  </a:lnTo>
                  <a:lnTo>
                    <a:pt x="4545"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1" name="Google Shape;161;p31"/>
          <p:cNvGrpSpPr/>
          <p:nvPr/>
        </p:nvGrpSpPr>
        <p:grpSpPr>
          <a:xfrm rot="10800000">
            <a:off x="8102550" y="4475807"/>
            <a:ext cx="1173754" cy="805917"/>
            <a:chOff x="804550" y="3006847"/>
            <a:chExt cx="2215048" cy="1520885"/>
          </a:xfrm>
        </p:grpSpPr>
        <p:sp>
          <p:nvSpPr>
            <p:cNvPr id="162" name="Google Shape;162;p31"/>
            <p:cNvSpPr/>
            <p:nvPr/>
          </p:nvSpPr>
          <p:spPr>
            <a:xfrm>
              <a:off x="804550" y="3175325"/>
              <a:ext cx="1039817" cy="1038127"/>
            </a:xfrm>
            <a:custGeom>
              <a:rect b="b" l="l" r="r" t="t"/>
              <a:pathLst>
                <a:path extrusionOk="0" h="30095" w="30144">
                  <a:moveTo>
                    <a:pt x="1" y="1"/>
                  </a:moveTo>
                  <a:lnTo>
                    <a:pt x="1" y="10024"/>
                  </a:lnTo>
                  <a:lnTo>
                    <a:pt x="10518" y="10024"/>
                  </a:lnTo>
                  <a:lnTo>
                    <a:pt x="10518" y="20046"/>
                  </a:lnTo>
                  <a:lnTo>
                    <a:pt x="20095" y="20046"/>
                  </a:lnTo>
                  <a:lnTo>
                    <a:pt x="20095" y="30094"/>
                  </a:lnTo>
                  <a:lnTo>
                    <a:pt x="30143" y="30094"/>
                  </a:lnTo>
                  <a:lnTo>
                    <a:pt x="30143" y="20046"/>
                  </a:lnTo>
                  <a:lnTo>
                    <a:pt x="30143" y="10024"/>
                  </a:lnTo>
                  <a:lnTo>
                    <a:pt x="30143"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31"/>
            <p:cNvSpPr/>
            <p:nvPr/>
          </p:nvSpPr>
          <p:spPr>
            <a:xfrm>
              <a:off x="1240267" y="3006847"/>
              <a:ext cx="1779321" cy="1520885"/>
            </a:xfrm>
            <a:custGeom>
              <a:rect b="b" l="l" r="r" t="t"/>
              <a:pathLst>
                <a:path extrusionOk="0" h="44090" w="51582">
                  <a:moveTo>
                    <a:pt x="22045" y="0"/>
                  </a:moveTo>
                  <a:cubicBezTo>
                    <a:pt x="9891" y="0"/>
                    <a:pt x="1" y="9890"/>
                    <a:pt x="1" y="22045"/>
                  </a:cubicBezTo>
                  <a:cubicBezTo>
                    <a:pt x="1" y="34199"/>
                    <a:pt x="9891" y="44089"/>
                    <a:pt x="22045" y="44089"/>
                  </a:cubicBezTo>
                  <a:lnTo>
                    <a:pt x="51581" y="44089"/>
                  </a:lnTo>
                  <a:lnTo>
                    <a:pt x="51581" y="43639"/>
                  </a:lnTo>
                  <a:lnTo>
                    <a:pt x="22045" y="43639"/>
                  </a:lnTo>
                  <a:cubicBezTo>
                    <a:pt x="10139" y="43639"/>
                    <a:pt x="451" y="33951"/>
                    <a:pt x="451" y="22045"/>
                  </a:cubicBezTo>
                  <a:cubicBezTo>
                    <a:pt x="451" y="10138"/>
                    <a:pt x="10139" y="451"/>
                    <a:pt x="22045" y="451"/>
                  </a:cubicBezTo>
                  <a:lnTo>
                    <a:pt x="51581" y="451"/>
                  </a:lnTo>
                  <a:lnTo>
                    <a:pt x="515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31"/>
            <p:cNvSpPr/>
            <p:nvPr/>
          </p:nvSpPr>
          <p:spPr>
            <a:xfrm>
              <a:off x="1332578" y="3099089"/>
              <a:ext cx="1687012" cy="1336371"/>
            </a:xfrm>
            <a:custGeom>
              <a:rect b="b" l="l" r="r" t="t"/>
              <a:pathLst>
                <a:path extrusionOk="0" h="38741" w="48906">
                  <a:moveTo>
                    <a:pt x="19369" y="1"/>
                  </a:moveTo>
                  <a:cubicBezTo>
                    <a:pt x="8690" y="1"/>
                    <a:pt x="1" y="8690"/>
                    <a:pt x="1" y="19371"/>
                  </a:cubicBezTo>
                  <a:cubicBezTo>
                    <a:pt x="1" y="30052"/>
                    <a:pt x="8690" y="38741"/>
                    <a:pt x="19369" y="38741"/>
                  </a:cubicBezTo>
                  <a:lnTo>
                    <a:pt x="48905" y="38741"/>
                  </a:lnTo>
                  <a:lnTo>
                    <a:pt x="48905" y="38291"/>
                  </a:lnTo>
                  <a:lnTo>
                    <a:pt x="19369" y="38291"/>
                  </a:lnTo>
                  <a:cubicBezTo>
                    <a:pt x="8938" y="38291"/>
                    <a:pt x="449" y="29804"/>
                    <a:pt x="449" y="19371"/>
                  </a:cubicBezTo>
                  <a:cubicBezTo>
                    <a:pt x="449" y="8938"/>
                    <a:pt x="8938" y="451"/>
                    <a:pt x="19369" y="451"/>
                  </a:cubicBezTo>
                  <a:lnTo>
                    <a:pt x="48905" y="451"/>
                  </a:lnTo>
                  <a:lnTo>
                    <a:pt x="4890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31"/>
            <p:cNvSpPr/>
            <p:nvPr/>
          </p:nvSpPr>
          <p:spPr>
            <a:xfrm>
              <a:off x="1424820" y="3191331"/>
              <a:ext cx="1594773" cy="1151892"/>
            </a:xfrm>
            <a:custGeom>
              <a:rect b="b" l="l" r="r" t="t"/>
              <a:pathLst>
                <a:path extrusionOk="0" h="33393" w="46232">
                  <a:moveTo>
                    <a:pt x="16695" y="1"/>
                  </a:moveTo>
                  <a:cubicBezTo>
                    <a:pt x="7489" y="1"/>
                    <a:pt x="1" y="7491"/>
                    <a:pt x="1" y="16697"/>
                  </a:cubicBezTo>
                  <a:cubicBezTo>
                    <a:pt x="1" y="25903"/>
                    <a:pt x="7489" y="33393"/>
                    <a:pt x="16695" y="33393"/>
                  </a:cubicBezTo>
                  <a:lnTo>
                    <a:pt x="46231" y="33393"/>
                  </a:lnTo>
                  <a:lnTo>
                    <a:pt x="46231" y="32943"/>
                  </a:lnTo>
                  <a:lnTo>
                    <a:pt x="16695" y="32943"/>
                  </a:lnTo>
                  <a:cubicBezTo>
                    <a:pt x="7737" y="32943"/>
                    <a:pt x="449" y="25655"/>
                    <a:pt x="449" y="16697"/>
                  </a:cubicBezTo>
                  <a:cubicBezTo>
                    <a:pt x="449" y="7739"/>
                    <a:pt x="7737" y="451"/>
                    <a:pt x="16695" y="451"/>
                  </a:cubicBezTo>
                  <a:lnTo>
                    <a:pt x="46231" y="451"/>
                  </a:lnTo>
                  <a:lnTo>
                    <a:pt x="4623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31"/>
            <p:cNvSpPr/>
            <p:nvPr/>
          </p:nvSpPr>
          <p:spPr>
            <a:xfrm>
              <a:off x="1517097" y="3283608"/>
              <a:ext cx="1502499" cy="967309"/>
            </a:xfrm>
            <a:custGeom>
              <a:rect b="b" l="l" r="r" t="t"/>
              <a:pathLst>
                <a:path extrusionOk="0" h="28042" w="43557">
                  <a:moveTo>
                    <a:pt x="14022" y="0"/>
                  </a:moveTo>
                  <a:cubicBezTo>
                    <a:pt x="6289" y="0"/>
                    <a:pt x="0" y="6291"/>
                    <a:pt x="0" y="14022"/>
                  </a:cubicBezTo>
                  <a:cubicBezTo>
                    <a:pt x="0" y="21753"/>
                    <a:pt x="6289" y="28042"/>
                    <a:pt x="14022" y="28042"/>
                  </a:cubicBezTo>
                  <a:lnTo>
                    <a:pt x="43556" y="28042"/>
                  </a:lnTo>
                  <a:lnTo>
                    <a:pt x="43556" y="27593"/>
                  </a:lnTo>
                  <a:lnTo>
                    <a:pt x="14022" y="27593"/>
                  </a:lnTo>
                  <a:cubicBezTo>
                    <a:pt x="6537" y="27593"/>
                    <a:pt x="450" y="21505"/>
                    <a:pt x="450" y="14022"/>
                  </a:cubicBezTo>
                  <a:cubicBezTo>
                    <a:pt x="450" y="6539"/>
                    <a:pt x="6537" y="450"/>
                    <a:pt x="14022" y="450"/>
                  </a:cubicBezTo>
                  <a:lnTo>
                    <a:pt x="43556" y="450"/>
                  </a:lnTo>
                  <a:lnTo>
                    <a:pt x="4355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31"/>
            <p:cNvSpPr/>
            <p:nvPr/>
          </p:nvSpPr>
          <p:spPr>
            <a:xfrm>
              <a:off x="1609339" y="3375850"/>
              <a:ext cx="1410259" cy="782899"/>
            </a:xfrm>
            <a:custGeom>
              <a:rect b="b" l="l" r="r" t="t"/>
              <a:pathLst>
                <a:path extrusionOk="0" h="22696" w="40883">
                  <a:moveTo>
                    <a:pt x="11348" y="0"/>
                  </a:moveTo>
                  <a:cubicBezTo>
                    <a:pt x="5090" y="0"/>
                    <a:pt x="0" y="5090"/>
                    <a:pt x="0" y="11348"/>
                  </a:cubicBezTo>
                  <a:cubicBezTo>
                    <a:pt x="0" y="17603"/>
                    <a:pt x="5090" y="22695"/>
                    <a:pt x="11348" y="22695"/>
                  </a:cubicBezTo>
                  <a:lnTo>
                    <a:pt x="40882" y="22695"/>
                  </a:lnTo>
                  <a:lnTo>
                    <a:pt x="40882" y="22245"/>
                  </a:lnTo>
                  <a:lnTo>
                    <a:pt x="11348" y="22245"/>
                  </a:lnTo>
                  <a:cubicBezTo>
                    <a:pt x="5338" y="22245"/>
                    <a:pt x="451" y="17357"/>
                    <a:pt x="451" y="11348"/>
                  </a:cubicBezTo>
                  <a:cubicBezTo>
                    <a:pt x="451" y="5338"/>
                    <a:pt x="5338" y="450"/>
                    <a:pt x="11348" y="450"/>
                  </a:cubicBezTo>
                  <a:lnTo>
                    <a:pt x="40882" y="450"/>
                  </a:lnTo>
                  <a:lnTo>
                    <a:pt x="4088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8" name="Google Shape;168;p31"/>
          <p:cNvSpPr/>
          <p:nvPr/>
        </p:nvSpPr>
        <p:spPr>
          <a:xfrm>
            <a:off x="478500" y="262050"/>
            <a:ext cx="8187000" cy="4619400"/>
          </a:xfrm>
          <a:prstGeom prst="roundRect">
            <a:avLst>
              <a:gd fmla="val 111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9" name="Google Shape;169;p31"/>
          <p:cNvGrpSpPr/>
          <p:nvPr/>
        </p:nvGrpSpPr>
        <p:grpSpPr>
          <a:xfrm rot="10800000">
            <a:off x="94753" y="4143026"/>
            <a:ext cx="345754" cy="576812"/>
            <a:chOff x="1188110" y="553396"/>
            <a:chExt cx="620854" cy="1035940"/>
          </a:xfrm>
        </p:grpSpPr>
        <p:sp>
          <p:nvSpPr>
            <p:cNvPr id="170" name="Google Shape;170;p31"/>
            <p:cNvSpPr/>
            <p:nvPr/>
          </p:nvSpPr>
          <p:spPr>
            <a:xfrm>
              <a:off x="1283836" y="945270"/>
              <a:ext cx="429359" cy="429359"/>
            </a:xfrm>
            <a:custGeom>
              <a:rect b="b" l="l" r="r" t="t"/>
              <a:pathLst>
                <a:path extrusionOk="0" h="12447" w="12447">
                  <a:moveTo>
                    <a:pt x="6224" y="0"/>
                  </a:moveTo>
                  <a:cubicBezTo>
                    <a:pt x="2787" y="0"/>
                    <a:pt x="0" y="2785"/>
                    <a:pt x="0" y="6223"/>
                  </a:cubicBezTo>
                  <a:cubicBezTo>
                    <a:pt x="0" y="9660"/>
                    <a:pt x="2787" y="12447"/>
                    <a:pt x="6224" y="12447"/>
                  </a:cubicBezTo>
                  <a:cubicBezTo>
                    <a:pt x="9661" y="12447"/>
                    <a:pt x="12446" y="9660"/>
                    <a:pt x="12446" y="6223"/>
                  </a:cubicBezTo>
                  <a:cubicBezTo>
                    <a:pt x="12446" y="2785"/>
                    <a:pt x="9661" y="0"/>
                    <a:pt x="622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31"/>
            <p:cNvSpPr/>
            <p:nvPr/>
          </p:nvSpPr>
          <p:spPr>
            <a:xfrm>
              <a:off x="1283836" y="1374605"/>
              <a:ext cx="429359" cy="214731"/>
            </a:xfrm>
            <a:custGeom>
              <a:rect b="b" l="l" r="r" t="t"/>
              <a:pathLst>
                <a:path extrusionOk="0" h="6225" w="12447">
                  <a:moveTo>
                    <a:pt x="6224" y="1"/>
                  </a:moveTo>
                  <a:cubicBezTo>
                    <a:pt x="2787" y="1"/>
                    <a:pt x="0" y="2787"/>
                    <a:pt x="0" y="6225"/>
                  </a:cubicBezTo>
                  <a:lnTo>
                    <a:pt x="12446" y="6225"/>
                  </a:lnTo>
                  <a:cubicBezTo>
                    <a:pt x="12446" y="2787"/>
                    <a:pt x="9661" y="1"/>
                    <a:pt x="6224"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31"/>
            <p:cNvSpPr/>
            <p:nvPr/>
          </p:nvSpPr>
          <p:spPr>
            <a:xfrm>
              <a:off x="1302567" y="553396"/>
              <a:ext cx="391898" cy="391898"/>
            </a:xfrm>
            <a:custGeom>
              <a:rect b="b" l="l" r="r" t="t"/>
              <a:pathLst>
                <a:path extrusionOk="0" h="11361" w="11361">
                  <a:moveTo>
                    <a:pt x="5681" y="1"/>
                  </a:moveTo>
                  <a:lnTo>
                    <a:pt x="0" y="5680"/>
                  </a:lnTo>
                  <a:lnTo>
                    <a:pt x="5681" y="11360"/>
                  </a:lnTo>
                  <a:lnTo>
                    <a:pt x="11360" y="5680"/>
                  </a:lnTo>
                  <a:lnTo>
                    <a:pt x="568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31"/>
            <p:cNvSpPr/>
            <p:nvPr/>
          </p:nvSpPr>
          <p:spPr>
            <a:xfrm>
              <a:off x="1723071" y="741537"/>
              <a:ext cx="85893" cy="15557"/>
            </a:xfrm>
            <a:custGeom>
              <a:rect b="b" l="l" r="r" t="t"/>
              <a:pathLst>
                <a:path extrusionOk="0" h="451" w="2490">
                  <a:moveTo>
                    <a:pt x="0" y="1"/>
                  </a:moveTo>
                  <a:lnTo>
                    <a:pt x="0" y="451"/>
                  </a:lnTo>
                  <a:lnTo>
                    <a:pt x="2490" y="451"/>
                  </a:lnTo>
                  <a:lnTo>
                    <a:pt x="249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31"/>
            <p:cNvSpPr/>
            <p:nvPr/>
          </p:nvSpPr>
          <p:spPr>
            <a:xfrm>
              <a:off x="1188110" y="741537"/>
              <a:ext cx="85927" cy="15557"/>
            </a:xfrm>
            <a:custGeom>
              <a:rect b="b" l="l" r="r" t="t"/>
              <a:pathLst>
                <a:path extrusionOk="0" h="451" w="2491">
                  <a:moveTo>
                    <a:pt x="1" y="1"/>
                  </a:moveTo>
                  <a:lnTo>
                    <a:pt x="1" y="451"/>
                  </a:lnTo>
                  <a:lnTo>
                    <a:pt x="2490" y="451"/>
                  </a:lnTo>
                  <a:lnTo>
                    <a:pt x="249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31"/>
            <p:cNvSpPr/>
            <p:nvPr/>
          </p:nvSpPr>
          <p:spPr>
            <a:xfrm>
              <a:off x="1659565" y="632668"/>
              <a:ext cx="132185" cy="62332"/>
            </a:xfrm>
            <a:custGeom>
              <a:rect b="b" l="l" r="r" t="t"/>
              <a:pathLst>
                <a:path extrusionOk="0" h="1807" w="3832">
                  <a:moveTo>
                    <a:pt x="3673" y="1"/>
                  </a:moveTo>
                  <a:lnTo>
                    <a:pt x="0" y="1384"/>
                  </a:lnTo>
                  <a:lnTo>
                    <a:pt x="158" y="1806"/>
                  </a:lnTo>
                  <a:lnTo>
                    <a:pt x="3831" y="421"/>
                  </a:lnTo>
                  <a:lnTo>
                    <a:pt x="3673"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31"/>
            <p:cNvSpPr/>
            <p:nvPr/>
          </p:nvSpPr>
          <p:spPr>
            <a:xfrm>
              <a:off x="1205288" y="803871"/>
              <a:ext cx="132012" cy="62263"/>
            </a:xfrm>
            <a:custGeom>
              <a:rect b="b" l="l" r="r" t="t"/>
              <a:pathLst>
                <a:path extrusionOk="0" h="1805" w="3827">
                  <a:moveTo>
                    <a:pt x="3666" y="1"/>
                  </a:moveTo>
                  <a:lnTo>
                    <a:pt x="0" y="1383"/>
                  </a:lnTo>
                  <a:lnTo>
                    <a:pt x="158" y="1805"/>
                  </a:lnTo>
                  <a:lnTo>
                    <a:pt x="3826" y="423"/>
                  </a:lnTo>
                  <a:lnTo>
                    <a:pt x="3666"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31"/>
            <p:cNvSpPr/>
            <p:nvPr/>
          </p:nvSpPr>
          <p:spPr>
            <a:xfrm>
              <a:off x="1658702" y="803388"/>
              <a:ext cx="132909" cy="62574"/>
            </a:xfrm>
            <a:custGeom>
              <a:rect b="b" l="l" r="r" t="t"/>
              <a:pathLst>
                <a:path extrusionOk="0" h="1814" w="3853">
                  <a:moveTo>
                    <a:pt x="161" y="1"/>
                  </a:moveTo>
                  <a:lnTo>
                    <a:pt x="1" y="421"/>
                  </a:lnTo>
                  <a:lnTo>
                    <a:pt x="3695" y="1814"/>
                  </a:lnTo>
                  <a:lnTo>
                    <a:pt x="3853" y="1392"/>
                  </a:lnTo>
                  <a:lnTo>
                    <a:pt x="16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31"/>
            <p:cNvSpPr/>
            <p:nvPr/>
          </p:nvSpPr>
          <p:spPr>
            <a:xfrm>
              <a:off x="1205323" y="632668"/>
              <a:ext cx="132944" cy="62574"/>
            </a:xfrm>
            <a:custGeom>
              <a:rect b="b" l="l" r="r" t="t"/>
              <a:pathLst>
                <a:path extrusionOk="0" h="1814" w="3854">
                  <a:moveTo>
                    <a:pt x="161" y="1"/>
                  </a:moveTo>
                  <a:lnTo>
                    <a:pt x="1" y="423"/>
                  </a:lnTo>
                  <a:lnTo>
                    <a:pt x="3695" y="1813"/>
                  </a:lnTo>
                  <a:lnTo>
                    <a:pt x="3853" y="1393"/>
                  </a:lnTo>
                  <a:lnTo>
                    <a:pt x="16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9" name="Google Shape;179;p31"/>
          <p:cNvSpPr/>
          <p:nvPr/>
        </p:nvSpPr>
        <p:spPr>
          <a:xfrm rot="10800000">
            <a:off x="8815204" y="505338"/>
            <a:ext cx="120767" cy="336292"/>
          </a:xfrm>
          <a:custGeom>
            <a:rect b="b" l="l" r="r" t="t"/>
            <a:pathLst>
              <a:path extrusionOk="0" h="9749" w="3501">
                <a:moveTo>
                  <a:pt x="3501" y="1"/>
                </a:moveTo>
                <a:cubicBezTo>
                  <a:pt x="1468" y="688"/>
                  <a:pt x="0" y="2611"/>
                  <a:pt x="0" y="4874"/>
                </a:cubicBezTo>
                <a:cubicBezTo>
                  <a:pt x="0" y="7135"/>
                  <a:pt x="1468" y="9059"/>
                  <a:pt x="3501" y="9748"/>
                </a:cubicBezTo>
                <a:lnTo>
                  <a:pt x="3501" y="7649"/>
                </a:lnTo>
                <a:cubicBezTo>
                  <a:pt x="2555" y="7084"/>
                  <a:pt x="1916" y="6054"/>
                  <a:pt x="1916" y="4874"/>
                </a:cubicBezTo>
                <a:cubicBezTo>
                  <a:pt x="1916" y="3696"/>
                  <a:pt x="2556" y="2673"/>
                  <a:pt x="3501" y="2109"/>
                </a:cubicBezTo>
                <a:lnTo>
                  <a:pt x="350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31"/>
          <p:cNvSpPr/>
          <p:nvPr/>
        </p:nvSpPr>
        <p:spPr>
          <a:xfrm rot="10800000">
            <a:off x="107452" y="266254"/>
            <a:ext cx="320335" cy="329156"/>
          </a:xfrm>
          <a:custGeom>
            <a:rect b="b" l="l" r="r" t="t"/>
            <a:pathLst>
              <a:path extrusionOk="0" h="10299" w="10023">
                <a:moveTo>
                  <a:pt x="5149" y="1"/>
                </a:moveTo>
                <a:cubicBezTo>
                  <a:pt x="2309" y="1"/>
                  <a:pt x="1" y="2309"/>
                  <a:pt x="1" y="5149"/>
                </a:cubicBezTo>
                <a:cubicBezTo>
                  <a:pt x="1" y="7988"/>
                  <a:pt x="2309" y="10299"/>
                  <a:pt x="5149" y="10299"/>
                </a:cubicBezTo>
                <a:cubicBezTo>
                  <a:pt x="7411" y="10299"/>
                  <a:pt x="9333" y="8829"/>
                  <a:pt x="10022" y="6796"/>
                </a:cubicBezTo>
                <a:lnTo>
                  <a:pt x="7925" y="6796"/>
                </a:lnTo>
                <a:cubicBezTo>
                  <a:pt x="7360" y="7744"/>
                  <a:pt x="6328" y="8380"/>
                  <a:pt x="5149" y="8380"/>
                </a:cubicBezTo>
                <a:cubicBezTo>
                  <a:pt x="3368" y="8380"/>
                  <a:pt x="1917" y="6932"/>
                  <a:pt x="1917" y="5149"/>
                </a:cubicBezTo>
                <a:cubicBezTo>
                  <a:pt x="1917" y="3368"/>
                  <a:pt x="3368" y="1917"/>
                  <a:pt x="5149" y="1917"/>
                </a:cubicBezTo>
                <a:cubicBezTo>
                  <a:pt x="6328" y="1917"/>
                  <a:pt x="7360" y="2555"/>
                  <a:pt x="7925" y="3501"/>
                </a:cubicBezTo>
                <a:lnTo>
                  <a:pt x="10022" y="3501"/>
                </a:lnTo>
                <a:cubicBezTo>
                  <a:pt x="9333" y="1469"/>
                  <a:pt x="7411" y="1"/>
                  <a:pt x="514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31"/>
          <p:cNvSpPr/>
          <p:nvPr/>
        </p:nvSpPr>
        <p:spPr>
          <a:xfrm rot="10800000">
            <a:off x="207242" y="2201063"/>
            <a:ext cx="120767" cy="336292"/>
          </a:xfrm>
          <a:custGeom>
            <a:rect b="b" l="l" r="r" t="t"/>
            <a:pathLst>
              <a:path extrusionOk="0" h="9749" w="3501">
                <a:moveTo>
                  <a:pt x="3501" y="1"/>
                </a:moveTo>
                <a:cubicBezTo>
                  <a:pt x="1468" y="688"/>
                  <a:pt x="0" y="2611"/>
                  <a:pt x="0" y="4874"/>
                </a:cubicBezTo>
                <a:cubicBezTo>
                  <a:pt x="0" y="7135"/>
                  <a:pt x="1468" y="9059"/>
                  <a:pt x="3501" y="9748"/>
                </a:cubicBezTo>
                <a:lnTo>
                  <a:pt x="3501" y="7649"/>
                </a:lnTo>
                <a:cubicBezTo>
                  <a:pt x="2555" y="7084"/>
                  <a:pt x="1916" y="6054"/>
                  <a:pt x="1916" y="4874"/>
                </a:cubicBezTo>
                <a:cubicBezTo>
                  <a:pt x="1916" y="3696"/>
                  <a:pt x="2556" y="2673"/>
                  <a:pt x="3501" y="2109"/>
                </a:cubicBezTo>
                <a:lnTo>
                  <a:pt x="350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3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83" name="Google Shape;183;p31"/>
          <p:cNvSpPr txBox="1"/>
          <p:nvPr>
            <p:ph idx="2" type="title"/>
          </p:nvPr>
        </p:nvSpPr>
        <p:spPr>
          <a:xfrm>
            <a:off x="1577163" y="1386825"/>
            <a:ext cx="734700" cy="488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000"/>
              <a:buNone/>
              <a:defRPr b="1"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84" name="Google Shape;184;p31"/>
          <p:cNvSpPr txBox="1"/>
          <p:nvPr>
            <p:ph idx="3" type="title"/>
          </p:nvPr>
        </p:nvSpPr>
        <p:spPr>
          <a:xfrm>
            <a:off x="4747738" y="1386825"/>
            <a:ext cx="734700" cy="488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000"/>
              <a:buNone/>
              <a:defRPr b="1"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85" name="Google Shape;185;p31"/>
          <p:cNvSpPr txBox="1"/>
          <p:nvPr>
            <p:ph idx="4" type="title"/>
          </p:nvPr>
        </p:nvSpPr>
        <p:spPr>
          <a:xfrm>
            <a:off x="1577163" y="2463550"/>
            <a:ext cx="734700" cy="488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000"/>
              <a:buNone/>
              <a:defRPr b="1"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86" name="Google Shape;186;p31"/>
          <p:cNvSpPr txBox="1"/>
          <p:nvPr>
            <p:ph idx="5" type="title"/>
          </p:nvPr>
        </p:nvSpPr>
        <p:spPr>
          <a:xfrm>
            <a:off x="4747738" y="2463550"/>
            <a:ext cx="734700" cy="488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000"/>
              <a:buNone/>
              <a:defRPr b="1"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87" name="Google Shape;187;p31"/>
          <p:cNvSpPr txBox="1"/>
          <p:nvPr>
            <p:ph idx="6" type="title"/>
          </p:nvPr>
        </p:nvSpPr>
        <p:spPr>
          <a:xfrm>
            <a:off x="1577163" y="3540275"/>
            <a:ext cx="734700" cy="488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000"/>
              <a:buNone/>
              <a:defRPr b="1"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88" name="Google Shape;188;p31"/>
          <p:cNvSpPr txBox="1"/>
          <p:nvPr>
            <p:ph idx="7" type="title"/>
          </p:nvPr>
        </p:nvSpPr>
        <p:spPr>
          <a:xfrm>
            <a:off x="4747738" y="3540275"/>
            <a:ext cx="734700" cy="488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000"/>
              <a:buNone/>
              <a:defRPr b="1"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89" name="Google Shape;189;p31"/>
          <p:cNvSpPr txBox="1"/>
          <p:nvPr>
            <p:ph idx="1" type="subTitle"/>
          </p:nvPr>
        </p:nvSpPr>
        <p:spPr>
          <a:xfrm>
            <a:off x="2311746" y="1386825"/>
            <a:ext cx="2084100" cy="63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1800">
                <a:solidFill>
                  <a:schemeClr val="dk1"/>
                </a:solidFill>
                <a:latin typeface="Lusitana"/>
                <a:ea typeface="Lusitana"/>
                <a:cs typeface="Lusitana"/>
                <a:sym typeface="Lusitana"/>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90" name="Google Shape;190;p31"/>
          <p:cNvSpPr txBox="1"/>
          <p:nvPr>
            <p:ph idx="8" type="subTitle"/>
          </p:nvPr>
        </p:nvSpPr>
        <p:spPr>
          <a:xfrm>
            <a:off x="2312529" y="2463550"/>
            <a:ext cx="2082600" cy="63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1800">
                <a:solidFill>
                  <a:schemeClr val="dk1"/>
                </a:solidFill>
                <a:latin typeface="Lusitana"/>
                <a:ea typeface="Lusitana"/>
                <a:cs typeface="Lusitana"/>
                <a:sym typeface="Lusitana"/>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91" name="Google Shape;191;p31"/>
          <p:cNvSpPr txBox="1"/>
          <p:nvPr>
            <p:ph idx="9" type="subTitle"/>
          </p:nvPr>
        </p:nvSpPr>
        <p:spPr>
          <a:xfrm>
            <a:off x="2310962" y="3540275"/>
            <a:ext cx="2084100" cy="63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1800">
                <a:solidFill>
                  <a:schemeClr val="dk1"/>
                </a:solidFill>
                <a:latin typeface="Lusitana"/>
                <a:ea typeface="Lusitana"/>
                <a:cs typeface="Lusitana"/>
                <a:sym typeface="Lusitana"/>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92" name="Google Shape;192;p31"/>
          <p:cNvSpPr txBox="1"/>
          <p:nvPr>
            <p:ph idx="13" type="subTitle"/>
          </p:nvPr>
        </p:nvSpPr>
        <p:spPr>
          <a:xfrm>
            <a:off x="5482437" y="1386825"/>
            <a:ext cx="2084400" cy="63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1800">
                <a:solidFill>
                  <a:schemeClr val="dk1"/>
                </a:solidFill>
                <a:latin typeface="Lusitana"/>
                <a:ea typeface="Lusitana"/>
                <a:cs typeface="Lusitana"/>
                <a:sym typeface="Lusitana"/>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93" name="Google Shape;193;p31"/>
          <p:cNvSpPr txBox="1"/>
          <p:nvPr>
            <p:ph idx="14" type="subTitle"/>
          </p:nvPr>
        </p:nvSpPr>
        <p:spPr>
          <a:xfrm>
            <a:off x="5483220" y="2463550"/>
            <a:ext cx="2082300" cy="63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1800">
                <a:solidFill>
                  <a:schemeClr val="dk1"/>
                </a:solidFill>
                <a:latin typeface="Lusitana"/>
                <a:ea typeface="Lusitana"/>
                <a:cs typeface="Lusitana"/>
                <a:sym typeface="Lusitana"/>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94" name="Google Shape;194;p31"/>
          <p:cNvSpPr txBox="1"/>
          <p:nvPr>
            <p:ph idx="15" type="subTitle"/>
          </p:nvPr>
        </p:nvSpPr>
        <p:spPr>
          <a:xfrm>
            <a:off x="5482437" y="3540275"/>
            <a:ext cx="2084400" cy="63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1800">
                <a:solidFill>
                  <a:schemeClr val="dk1"/>
                </a:solidFill>
                <a:latin typeface="Lusitana"/>
                <a:ea typeface="Lusitana"/>
                <a:cs typeface="Lusitana"/>
                <a:sym typeface="Lusitana"/>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95" name="Shape 195"/>
        <p:cNvGrpSpPr/>
        <p:nvPr/>
      </p:nvGrpSpPr>
      <p:grpSpPr>
        <a:xfrm>
          <a:off x="0" y="0"/>
          <a:ext cx="0" cy="0"/>
          <a:chOff x="0" y="0"/>
          <a:chExt cx="0" cy="0"/>
        </a:xfrm>
      </p:grpSpPr>
      <p:sp>
        <p:nvSpPr>
          <p:cNvPr id="196" name="Google Shape;196;p32"/>
          <p:cNvSpPr/>
          <p:nvPr/>
        </p:nvSpPr>
        <p:spPr>
          <a:xfrm>
            <a:off x="4616340" y="4535578"/>
            <a:ext cx="120767" cy="336292"/>
          </a:xfrm>
          <a:custGeom>
            <a:rect b="b" l="l" r="r" t="t"/>
            <a:pathLst>
              <a:path extrusionOk="0" h="9749" w="3501">
                <a:moveTo>
                  <a:pt x="3501" y="1"/>
                </a:moveTo>
                <a:cubicBezTo>
                  <a:pt x="1468" y="688"/>
                  <a:pt x="0" y="2611"/>
                  <a:pt x="0" y="4874"/>
                </a:cubicBezTo>
                <a:cubicBezTo>
                  <a:pt x="0" y="7135"/>
                  <a:pt x="1468" y="9059"/>
                  <a:pt x="3501" y="9748"/>
                </a:cubicBezTo>
                <a:lnTo>
                  <a:pt x="3501" y="7649"/>
                </a:lnTo>
                <a:cubicBezTo>
                  <a:pt x="2555" y="7084"/>
                  <a:pt x="1916" y="6054"/>
                  <a:pt x="1916" y="4874"/>
                </a:cubicBezTo>
                <a:cubicBezTo>
                  <a:pt x="1916" y="3696"/>
                  <a:pt x="2556" y="2673"/>
                  <a:pt x="3501" y="2109"/>
                </a:cubicBezTo>
                <a:lnTo>
                  <a:pt x="350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7" name="Google Shape;197;p32"/>
          <p:cNvGrpSpPr/>
          <p:nvPr/>
        </p:nvGrpSpPr>
        <p:grpSpPr>
          <a:xfrm>
            <a:off x="3238965" y="40476"/>
            <a:ext cx="410682" cy="410682"/>
            <a:chOff x="2946260" y="1813841"/>
            <a:chExt cx="564511" cy="564511"/>
          </a:xfrm>
        </p:grpSpPr>
        <p:sp>
          <p:nvSpPr>
            <p:cNvPr id="198" name="Google Shape;198;p32"/>
            <p:cNvSpPr/>
            <p:nvPr/>
          </p:nvSpPr>
          <p:spPr>
            <a:xfrm>
              <a:off x="2946260" y="1813841"/>
              <a:ext cx="564511" cy="564511"/>
            </a:xfrm>
            <a:custGeom>
              <a:rect b="b" l="l" r="r" t="t"/>
              <a:pathLst>
                <a:path extrusionOk="0" h="16365" w="16365">
                  <a:moveTo>
                    <a:pt x="8182" y="1"/>
                  </a:moveTo>
                  <a:cubicBezTo>
                    <a:pt x="3663" y="1"/>
                    <a:pt x="1" y="3663"/>
                    <a:pt x="1" y="8183"/>
                  </a:cubicBezTo>
                  <a:cubicBezTo>
                    <a:pt x="1" y="10353"/>
                    <a:pt x="862" y="12435"/>
                    <a:pt x="2397" y="13968"/>
                  </a:cubicBezTo>
                  <a:cubicBezTo>
                    <a:pt x="3930" y="15503"/>
                    <a:pt x="6012" y="16364"/>
                    <a:pt x="8182" y="16364"/>
                  </a:cubicBezTo>
                  <a:cubicBezTo>
                    <a:pt x="10353" y="16364"/>
                    <a:pt x="12433" y="15503"/>
                    <a:pt x="13968" y="13968"/>
                  </a:cubicBezTo>
                  <a:cubicBezTo>
                    <a:pt x="15503" y="12435"/>
                    <a:pt x="16364" y="10353"/>
                    <a:pt x="16364" y="8183"/>
                  </a:cubicBezTo>
                  <a:cubicBezTo>
                    <a:pt x="16364" y="6012"/>
                    <a:pt x="15503" y="3932"/>
                    <a:pt x="13968" y="2397"/>
                  </a:cubicBezTo>
                  <a:cubicBezTo>
                    <a:pt x="12433" y="862"/>
                    <a:pt x="10353" y="1"/>
                    <a:pt x="818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32"/>
            <p:cNvSpPr/>
            <p:nvPr/>
          </p:nvSpPr>
          <p:spPr>
            <a:xfrm>
              <a:off x="3029120" y="1896770"/>
              <a:ext cx="398728" cy="398728"/>
            </a:xfrm>
            <a:custGeom>
              <a:rect b="b" l="l" r="r" t="t"/>
              <a:pathLst>
                <a:path extrusionOk="0" h="11559" w="11559">
                  <a:moveTo>
                    <a:pt x="0" y="0"/>
                  </a:moveTo>
                  <a:lnTo>
                    <a:pt x="0" y="11558"/>
                  </a:lnTo>
                  <a:lnTo>
                    <a:pt x="11559" y="11558"/>
                  </a:lnTo>
                  <a:lnTo>
                    <a:pt x="1155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32"/>
            <p:cNvSpPr/>
            <p:nvPr/>
          </p:nvSpPr>
          <p:spPr>
            <a:xfrm>
              <a:off x="3032259" y="1899909"/>
              <a:ext cx="392450" cy="392450"/>
            </a:xfrm>
            <a:custGeom>
              <a:rect b="b" l="l" r="r" t="t"/>
              <a:pathLst>
                <a:path extrusionOk="0" h="11377" w="11377">
                  <a:moveTo>
                    <a:pt x="5689" y="0"/>
                  </a:moveTo>
                  <a:lnTo>
                    <a:pt x="1" y="5688"/>
                  </a:lnTo>
                  <a:lnTo>
                    <a:pt x="5689" y="11376"/>
                  </a:lnTo>
                  <a:lnTo>
                    <a:pt x="11376" y="5688"/>
                  </a:lnTo>
                  <a:lnTo>
                    <a:pt x="568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1" name="Google Shape;201;p32"/>
          <p:cNvGrpSpPr/>
          <p:nvPr/>
        </p:nvGrpSpPr>
        <p:grpSpPr>
          <a:xfrm>
            <a:off x="6481309" y="4871882"/>
            <a:ext cx="450535" cy="410703"/>
            <a:chOff x="4708922" y="4403157"/>
            <a:chExt cx="450535" cy="410703"/>
          </a:xfrm>
        </p:grpSpPr>
        <p:sp>
          <p:nvSpPr>
            <p:cNvPr id="202" name="Google Shape;202;p32"/>
            <p:cNvSpPr/>
            <p:nvPr/>
          </p:nvSpPr>
          <p:spPr>
            <a:xfrm>
              <a:off x="4799768" y="4432514"/>
              <a:ext cx="139004" cy="179325"/>
            </a:xfrm>
            <a:custGeom>
              <a:rect b="b" l="l" r="r" t="t"/>
              <a:pathLst>
                <a:path extrusionOk="0" h="9175" w="7112">
                  <a:moveTo>
                    <a:pt x="481" y="0"/>
                  </a:moveTo>
                  <a:lnTo>
                    <a:pt x="1" y="360"/>
                  </a:lnTo>
                  <a:lnTo>
                    <a:pt x="6631" y="9174"/>
                  </a:lnTo>
                  <a:lnTo>
                    <a:pt x="7111" y="8814"/>
                  </a:lnTo>
                  <a:lnTo>
                    <a:pt x="4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32"/>
            <p:cNvSpPr/>
            <p:nvPr/>
          </p:nvSpPr>
          <p:spPr>
            <a:xfrm>
              <a:off x="4709117" y="4538548"/>
              <a:ext cx="226800" cy="75874"/>
            </a:xfrm>
            <a:custGeom>
              <a:rect b="b" l="l" r="r" t="t"/>
              <a:pathLst>
                <a:path extrusionOk="0" h="3882" w="11604">
                  <a:moveTo>
                    <a:pt x="168" y="1"/>
                  </a:moveTo>
                  <a:lnTo>
                    <a:pt x="1" y="578"/>
                  </a:lnTo>
                  <a:lnTo>
                    <a:pt x="11436" y="3881"/>
                  </a:lnTo>
                  <a:lnTo>
                    <a:pt x="11603" y="3305"/>
                  </a:lnTo>
                  <a:lnTo>
                    <a:pt x="16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32"/>
            <p:cNvSpPr/>
            <p:nvPr/>
          </p:nvSpPr>
          <p:spPr>
            <a:xfrm>
              <a:off x="4929295" y="4432612"/>
              <a:ext cx="139024" cy="179267"/>
            </a:xfrm>
            <a:custGeom>
              <a:rect b="b" l="l" r="r" t="t"/>
              <a:pathLst>
                <a:path extrusionOk="0" h="9172" w="7113">
                  <a:moveTo>
                    <a:pt x="6634" y="0"/>
                  </a:moveTo>
                  <a:lnTo>
                    <a:pt x="1" y="8811"/>
                  </a:lnTo>
                  <a:lnTo>
                    <a:pt x="479" y="9171"/>
                  </a:lnTo>
                  <a:lnTo>
                    <a:pt x="7113" y="361"/>
                  </a:lnTo>
                  <a:lnTo>
                    <a:pt x="663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32"/>
            <p:cNvSpPr/>
            <p:nvPr/>
          </p:nvSpPr>
          <p:spPr>
            <a:xfrm>
              <a:off x="4928201" y="4403157"/>
              <a:ext cx="11727" cy="205340"/>
            </a:xfrm>
            <a:custGeom>
              <a:rect b="b" l="l" r="r" t="t"/>
              <a:pathLst>
                <a:path extrusionOk="0" h="10506" w="600">
                  <a:moveTo>
                    <a:pt x="0" y="1"/>
                  </a:moveTo>
                  <a:lnTo>
                    <a:pt x="0" y="10506"/>
                  </a:lnTo>
                  <a:lnTo>
                    <a:pt x="600" y="10506"/>
                  </a:lnTo>
                  <a:lnTo>
                    <a:pt x="60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32"/>
            <p:cNvSpPr/>
            <p:nvPr/>
          </p:nvSpPr>
          <p:spPr>
            <a:xfrm>
              <a:off x="4932462" y="4538274"/>
              <a:ext cx="226781" cy="75796"/>
            </a:xfrm>
            <a:custGeom>
              <a:rect b="b" l="l" r="r" t="t"/>
              <a:pathLst>
                <a:path extrusionOk="0" h="3878" w="11603">
                  <a:moveTo>
                    <a:pt x="11437" y="1"/>
                  </a:moveTo>
                  <a:lnTo>
                    <a:pt x="0" y="3301"/>
                  </a:lnTo>
                  <a:lnTo>
                    <a:pt x="167" y="3878"/>
                  </a:lnTo>
                  <a:lnTo>
                    <a:pt x="11603" y="578"/>
                  </a:lnTo>
                  <a:lnTo>
                    <a:pt x="114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32"/>
            <p:cNvSpPr/>
            <p:nvPr/>
          </p:nvSpPr>
          <p:spPr>
            <a:xfrm>
              <a:off x="4799710" y="4604885"/>
              <a:ext cx="139063" cy="179286"/>
            </a:xfrm>
            <a:custGeom>
              <a:rect b="b" l="l" r="r" t="t"/>
              <a:pathLst>
                <a:path extrusionOk="0" h="9173" w="7115">
                  <a:moveTo>
                    <a:pt x="6636" y="0"/>
                  </a:moveTo>
                  <a:lnTo>
                    <a:pt x="0" y="8811"/>
                  </a:lnTo>
                  <a:lnTo>
                    <a:pt x="480" y="9173"/>
                  </a:lnTo>
                  <a:lnTo>
                    <a:pt x="7114" y="362"/>
                  </a:lnTo>
                  <a:lnTo>
                    <a:pt x="663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32"/>
            <p:cNvSpPr/>
            <p:nvPr/>
          </p:nvSpPr>
          <p:spPr>
            <a:xfrm>
              <a:off x="4708922" y="4602813"/>
              <a:ext cx="226820" cy="75796"/>
            </a:xfrm>
            <a:custGeom>
              <a:rect b="b" l="l" r="r" t="t"/>
              <a:pathLst>
                <a:path extrusionOk="0" h="3878" w="11605">
                  <a:moveTo>
                    <a:pt x="11437" y="1"/>
                  </a:moveTo>
                  <a:lnTo>
                    <a:pt x="0" y="3303"/>
                  </a:lnTo>
                  <a:lnTo>
                    <a:pt x="167" y="3878"/>
                  </a:lnTo>
                  <a:lnTo>
                    <a:pt x="11604" y="577"/>
                  </a:lnTo>
                  <a:lnTo>
                    <a:pt x="114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32"/>
            <p:cNvSpPr/>
            <p:nvPr/>
          </p:nvSpPr>
          <p:spPr>
            <a:xfrm>
              <a:off x="4929374" y="4604768"/>
              <a:ext cx="138945" cy="179345"/>
            </a:xfrm>
            <a:custGeom>
              <a:rect b="b" l="l" r="r" t="t"/>
              <a:pathLst>
                <a:path extrusionOk="0" h="9176" w="7109">
                  <a:moveTo>
                    <a:pt x="480" y="1"/>
                  </a:moveTo>
                  <a:lnTo>
                    <a:pt x="0" y="361"/>
                  </a:lnTo>
                  <a:lnTo>
                    <a:pt x="6630" y="9175"/>
                  </a:lnTo>
                  <a:lnTo>
                    <a:pt x="7109" y="8815"/>
                  </a:lnTo>
                  <a:lnTo>
                    <a:pt x="48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32"/>
            <p:cNvSpPr/>
            <p:nvPr/>
          </p:nvSpPr>
          <p:spPr>
            <a:xfrm>
              <a:off x="4928201" y="4608481"/>
              <a:ext cx="11727" cy="205379"/>
            </a:xfrm>
            <a:custGeom>
              <a:rect b="b" l="l" r="r" t="t"/>
              <a:pathLst>
                <a:path extrusionOk="0" h="10508" w="600">
                  <a:moveTo>
                    <a:pt x="0" y="1"/>
                  </a:moveTo>
                  <a:lnTo>
                    <a:pt x="0" y="10508"/>
                  </a:lnTo>
                  <a:lnTo>
                    <a:pt x="600" y="10508"/>
                  </a:lnTo>
                  <a:lnTo>
                    <a:pt x="60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32"/>
            <p:cNvSpPr/>
            <p:nvPr/>
          </p:nvSpPr>
          <p:spPr>
            <a:xfrm>
              <a:off x="4932657" y="4603126"/>
              <a:ext cx="226800" cy="75835"/>
            </a:xfrm>
            <a:custGeom>
              <a:rect b="b" l="l" r="r" t="t"/>
              <a:pathLst>
                <a:path extrusionOk="0" h="3880" w="11604">
                  <a:moveTo>
                    <a:pt x="168" y="1"/>
                  </a:moveTo>
                  <a:lnTo>
                    <a:pt x="1" y="577"/>
                  </a:lnTo>
                  <a:lnTo>
                    <a:pt x="11436" y="3879"/>
                  </a:lnTo>
                  <a:lnTo>
                    <a:pt x="11603" y="3302"/>
                  </a:lnTo>
                  <a:lnTo>
                    <a:pt x="16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32"/>
            <p:cNvSpPr/>
            <p:nvPr/>
          </p:nvSpPr>
          <p:spPr>
            <a:xfrm>
              <a:off x="4735992" y="4484251"/>
              <a:ext cx="396138" cy="248515"/>
            </a:xfrm>
            <a:custGeom>
              <a:rect b="b" l="l" r="r" t="t"/>
              <a:pathLst>
                <a:path extrusionOk="0" h="12715" w="20268">
                  <a:moveTo>
                    <a:pt x="10135" y="1"/>
                  </a:moveTo>
                  <a:cubicBezTo>
                    <a:pt x="3536" y="1"/>
                    <a:pt x="1" y="6359"/>
                    <a:pt x="1" y="6359"/>
                  </a:cubicBezTo>
                  <a:cubicBezTo>
                    <a:pt x="1" y="6359"/>
                    <a:pt x="3536" y="12714"/>
                    <a:pt x="10135" y="12714"/>
                  </a:cubicBezTo>
                  <a:cubicBezTo>
                    <a:pt x="16734" y="12714"/>
                    <a:pt x="20268" y="6359"/>
                    <a:pt x="20268" y="6359"/>
                  </a:cubicBezTo>
                  <a:cubicBezTo>
                    <a:pt x="20268" y="6359"/>
                    <a:pt x="16734" y="1"/>
                    <a:pt x="1013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32"/>
            <p:cNvSpPr/>
            <p:nvPr/>
          </p:nvSpPr>
          <p:spPr>
            <a:xfrm>
              <a:off x="4823242" y="4507530"/>
              <a:ext cx="221679" cy="201978"/>
            </a:xfrm>
            <a:custGeom>
              <a:rect b="b" l="l" r="r" t="t"/>
              <a:pathLst>
                <a:path extrusionOk="0" h="10334" w="11342">
                  <a:moveTo>
                    <a:pt x="5671" y="0"/>
                  </a:moveTo>
                  <a:cubicBezTo>
                    <a:pt x="4349" y="0"/>
                    <a:pt x="3027" y="505"/>
                    <a:pt x="2017" y="1514"/>
                  </a:cubicBezTo>
                  <a:cubicBezTo>
                    <a:pt x="1" y="3531"/>
                    <a:pt x="1" y="6803"/>
                    <a:pt x="2017" y="8819"/>
                  </a:cubicBezTo>
                  <a:cubicBezTo>
                    <a:pt x="3027" y="9829"/>
                    <a:pt x="4349" y="10333"/>
                    <a:pt x="5671" y="10333"/>
                  </a:cubicBezTo>
                  <a:cubicBezTo>
                    <a:pt x="6993" y="10333"/>
                    <a:pt x="8315" y="9829"/>
                    <a:pt x="9325" y="8819"/>
                  </a:cubicBezTo>
                  <a:cubicBezTo>
                    <a:pt x="11341" y="6803"/>
                    <a:pt x="11341" y="3531"/>
                    <a:pt x="9325" y="1514"/>
                  </a:cubicBezTo>
                  <a:cubicBezTo>
                    <a:pt x="8315" y="505"/>
                    <a:pt x="6993" y="0"/>
                    <a:pt x="567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32"/>
            <p:cNvSpPr/>
            <p:nvPr/>
          </p:nvSpPr>
          <p:spPr>
            <a:xfrm>
              <a:off x="4833113" y="4507530"/>
              <a:ext cx="201900" cy="201900"/>
            </a:xfrm>
            <a:custGeom>
              <a:rect b="b" l="l" r="r" t="t"/>
              <a:pathLst>
                <a:path extrusionOk="0" h="10330" w="10330">
                  <a:moveTo>
                    <a:pt x="5166" y="0"/>
                  </a:moveTo>
                  <a:lnTo>
                    <a:pt x="4035" y="4035"/>
                  </a:lnTo>
                  <a:lnTo>
                    <a:pt x="0" y="5166"/>
                  </a:lnTo>
                  <a:lnTo>
                    <a:pt x="4035" y="6295"/>
                  </a:lnTo>
                  <a:lnTo>
                    <a:pt x="5166" y="10330"/>
                  </a:lnTo>
                  <a:lnTo>
                    <a:pt x="6295" y="6295"/>
                  </a:lnTo>
                  <a:lnTo>
                    <a:pt x="10330" y="5166"/>
                  </a:lnTo>
                  <a:lnTo>
                    <a:pt x="6295" y="4035"/>
                  </a:lnTo>
                  <a:lnTo>
                    <a:pt x="5166"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5" name="Google Shape;215;p32"/>
          <p:cNvGrpSpPr/>
          <p:nvPr/>
        </p:nvGrpSpPr>
        <p:grpSpPr>
          <a:xfrm rot="10800000">
            <a:off x="8294163" y="4222327"/>
            <a:ext cx="805965" cy="1173807"/>
            <a:chOff x="6849501" y="3770539"/>
            <a:chExt cx="805965" cy="1173807"/>
          </a:xfrm>
        </p:grpSpPr>
        <p:sp>
          <p:nvSpPr>
            <p:cNvPr id="216" name="Google Shape;216;p32"/>
            <p:cNvSpPr/>
            <p:nvPr/>
          </p:nvSpPr>
          <p:spPr>
            <a:xfrm rot="-5400000">
              <a:off x="6938329" y="4393761"/>
              <a:ext cx="551032" cy="550137"/>
            </a:xfrm>
            <a:custGeom>
              <a:rect b="b" l="l" r="r" t="t"/>
              <a:pathLst>
                <a:path extrusionOk="0" h="30095" w="30144">
                  <a:moveTo>
                    <a:pt x="1" y="1"/>
                  </a:moveTo>
                  <a:lnTo>
                    <a:pt x="1" y="10024"/>
                  </a:lnTo>
                  <a:lnTo>
                    <a:pt x="10518" y="10024"/>
                  </a:lnTo>
                  <a:lnTo>
                    <a:pt x="10518" y="20046"/>
                  </a:lnTo>
                  <a:lnTo>
                    <a:pt x="20095" y="20046"/>
                  </a:lnTo>
                  <a:lnTo>
                    <a:pt x="20095" y="30094"/>
                  </a:lnTo>
                  <a:lnTo>
                    <a:pt x="30143" y="30094"/>
                  </a:lnTo>
                  <a:lnTo>
                    <a:pt x="30143" y="20046"/>
                  </a:lnTo>
                  <a:lnTo>
                    <a:pt x="30143" y="10024"/>
                  </a:lnTo>
                  <a:lnTo>
                    <a:pt x="30143"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32"/>
            <p:cNvSpPr/>
            <p:nvPr/>
          </p:nvSpPr>
          <p:spPr>
            <a:xfrm rot="-5400000">
              <a:off x="6781024" y="3839016"/>
              <a:ext cx="942919" cy="805965"/>
            </a:xfrm>
            <a:custGeom>
              <a:rect b="b" l="l" r="r" t="t"/>
              <a:pathLst>
                <a:path extrusionOk="0" h="44090" w="51582">
                  <a:moveTo>
                    <a:pt x="22045" y="0"/>
                  </a:moveTo>
                  <a:cubicBezTo>
                    <a:pt x="9891" y="0"/>
                    <a:pt x="1" y="9890"/>
                    <a:pt x="1" y="22045"/>
                  </a:cubicBezTo>
                  <a:cubicBezTo>
                    <a:pt x="1" y="34199"/>
                    <a:pt x="9891" y="44089"/>
                    <a:pt x="22045" y="44089"/>
                  </a:cubicBezTo>
                  <a:lnTo>
                    <a:pt x="51581" y="44089"/>
                  </a:lnTo>
                  <a:lnTo>
                    <a:pt x="51581" y="43639"/>
                  </a:lnTo>
                  <a:lnTo>
                    <a:pt x="22045" y="43639"/>
                  </a:lnTo>
                  <a:cubicBezTo>
                    <a:pt x="10139" y="43639"/>
                    <a:pt x="451" y="33951"/>
                    <a:pt x="451" y="22045"/>
                  </a:cubicBezTo>
                  <a:cubicBezTo>
                    <a:pt x="451" y="10138"/>
                    <a:pt x="10139" y="451"/>
                    <a:pt x="22045" y="451"/>
                  </a:cubicBezTo>
                  <a:lnTo>
                    <a:pt x="51581" y="451"/>
                  </a:lnTo>
                  <a:lnTo>
                    <a:pt x="515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32"/>
            <p:cNvSpPr/>
            <p:nvPr/>
          </p:nvSpPr>
          <p:spPr>
            <a:xfrm rot="-5400000">
              <a:off x="6805472" y="3863449"/>
              <a:ext cx="894002" cy="708185"/>
            </a:xfrm>
            <a:custGeom>
              <a:rect b="b" l="l" r="r" t="t"/>
              <a:pathLst>
                <a:path extrusionOk="0" h="38741" w="48906">
                  <a:moveTo>
                    <a:pt x="19369" y="1"/>
                  </a:moveTo>
                  <a:cubicBezTo>
                    <a:pt x="8690" y="1"/>
                    <a:pt x="1" y="8690"/>
                    <a:pt x="1" y="19371"/>
                  </a:cubicBezTo>
                  <a:cubicBezTo>
                    <a:pt x="1" y="30052"/>
                    <a:pt x="8690" y="38741"/>
                    <a:pt x="19369" y="38741"/>
                  </a:cubicBezTo>
                  <a:lnTo>
                    <a:pt x="48905" y="38741"/>
                  </a:lnTo>
                  <a:lnTo>
                    <a:pt x="48905" y="38291"/>
                  </a:lnTo>
                  <a:lnTo>
                    <a:pt x="19369" y="38291"/>
                  </a:lnTo>
                  <a:cubicBezTo>
                    <a:pt x="8938" y="38291"/>
                    <a:pt x="449" y="29804"/>
                    <a:pt x="449" y="19371"/>
                  </a:cubicBezTo>
                  <a:cubicBezTo>
                    <a:pt x="449" y="8938"/>
                    <a:pt x="8938" y="451"/>
                    <a:pt x="19369" y="451"/>
                  </a:cubicBezTo>
                  <a:lnTo>
                    <a:pt x="48905" y="451"/>
                  </a:lnTo>
                  <a:lnTo>
                    <a:pt x="4890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32"/>
            <p:cNvSpPr/>
            <p:nvPr/>
          </p:nvSpPr>
          <p:spPr>
            <a:xfrm rot="-5400000">
              <a:off x="6829910" y="3887891"/>
              <a:ext cx="845121" cy="610424"/>
            </a:xfrm>
            <a:custGeom>
              <a:rect b="b" l="l" r="r" t="t"/>
              <a:pathLst>
                <a:path extrusionOk="0" h="33393" w="46232">
                  <a:moveTo>
                    <a:pt x="16695" y="1"/>
                  </a:moveTo>
                  <a:cubicBezTo>
                    <a:pt x="7489" y="1"/>
                    <a:pt x="1" y="7491"/>
                    <a:pt x="1" y="16697"/>
                  </a:cubicBezTo>
                  <a:cubicBezTo>
                    <a:pt x="1" y="25903"/>
                    <a:pt x="7489" y="33393"/>
                    <a:pt x="16695" y="33393"/>
                  </a:cubicBezTo>
                  <a:lnTo>
                    <a:pt x="46231" y="33393"/>
                  </a:lnTo>
                  <a:lnTo>
                    <a:pt x="46231" y="32943"/>
                  </a:lnTo>
                  <a:lnTo>
                    <a:pt x="16695" y="32943"/>
                  </a:lnTo>
                  <a:cubicBezTo>
                    <a:pt x="7737" y="32943"/>
                    <a:pt x="449" y="25655"/>
                    <a:pt x="449" y="16697"/>
                  </a:cubicBezTo>
                  <a:cubicBezTo>
                    <a:pt x="449" y="7739"/>
                    <a:pt x="7737" y="451"/>
                    <a:pt x="16695" y="451"/>
                  </a:cubicBezTo>
                  <a:lnTo>
                    <a:pt x="46231" y="451"/>
                  </a:lnTo>
                  <a:lnTo>
                    <a:pt x="4623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32"/>
            <p:cNvSpPr/>
            <p:nvPr/>
          </p:nvSpPr>
          <p:spPr>
            <a:xfrm rot="-5400000">
              <a:off x="6854349" y="3912352"/>
              <a:ext cx="796222" cy="512608"/>
            </a:xfrm>
            <a:custGeom>
              <a:rect b="b" l="l" r="r" t="t"/>
              <a:pathLst>
                <a:path extrusionOk="0" h="28042" w="43557">
                  <a:moveTo>
                    <a:pt x="14022" y="0"/>
                  </a:moveTo>
                  <a:cubicBezTo>
                    <a:pt x="6289" y="0"/>
                    <a:pt x="0" y="6291"/>
                    <a:pt x="0" y="14022"/>
                  </a:cubicBezTo>
                  <a:cubicBezTo>
                    <a:pt x="0" y="21753"/>
                    <a:pt x="6289" y="28042"/>
                    <a:pt x="14022" y="28042"/>
                  </a:cubicBezTo>
                  <a:lnTo>
                    <a:pt x="43556" y="28042"/>
                  </a:lnTo>
                  <a:lnTo>
                    <a:pt x="43556" y="27593"/>
                  </a:lnTo>
                  <a:lnTo>
                    <a:pt x="14022" y="27593"/>
                  </a:lnTo>
                  <a:cubicBezTo>
                    <a:pt x="6537" y="27593"/>
                    <a:pt x="450" y="21505"/>
                    <a:pt x="450" y="14022"/>
                  </a:cubicBezTo>
                  <a:cubicBezTo>
                    <a:pt x="450" y="6539"/>
                    <a:pt x="6537" y="450"/>
                    <a:pt x="14022" y="450"/>
                  </a:cubicBezTo>
                  <a:lnTo>
                    <a:pt x="43556" y="450"/>
                  </a:lnTo>
                  <a:lnTo>
                    <a:pt x="4355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32"/>
            <p:cNvSpPr/>
            <p:nvPr/>
          </p:nvSpPr>
          <p:spPr>
            <a:xfrm rot="-5400000">
              <a:off x="6878806" y="3936776"/>
              <a:ext cx="747341" cy="414883"/>
            </a:xfrm>
            <a:custGeom>
              <a:rect b="b" l="l" r="r" t="t"/>
              <a:pathLst>
                <a:path extrusionOk="0" h="22696" w="40883">
                  <a:moveTo>
                    <a:pt x="11348" y="0"/>
                  </a:moveTo>
                  <a:cubicBezTo>
                    <a:pt x="5090" y="0"/>
                    <a:pt x="0" y="5090"/>
                    <a:pt x="0" y="11348"/>
                  </a:cubicBezTo>
                  <a:cubicBezTo>
                    <a:pt x="0" y="17603"/>
                    <a:pt x="5090" y="22695"/>
                    <a:pt x="11348" y="22695"/>
                  </a:cubicBezTo>
                  <a:lnTo>
                    <a:pt x="40882" y="22695"/>
                  </a:lnTo>
                  <a:lnTo>
                    <a:pt x="40882" y="22245"/>
                  </a:lnTo>
                  <a:lnTo>
                    <a:pt x="11348" y="22245"/>
                  </a:lnTo>
                  <a:cubicBezTo>
                    <a:pt x="5338" y="22245"/>
                    <a:pt x="451" y="17357"/>
                    <a:pt x="451" y="11348"/>
                  </a:cubicBezTo>
                  <a:cubicBezTo>
                    <a:pt x="451" y="5338"/>
                    <a:pt x="5338" y="450"/>
                    <a:pt x="11348" y="450"/>
                  </a:cubicBezTo>
                  <a:lnTo>
                    <a:pt x="40882" y="450"/>
                  </a:lnTo>
                  <a:lnTo>
                    <a:pt x="4088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2" name="Google Shape;222;p32"/>
          <p:cNvSpPr/>
          <p:nvPr/>
        </p:nvSpPr>
        <p:spPr>
          <a:xfrm>
            <a:off x="715100" y="539500"/>
            <a:ext cx="7713900" cy="40644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23" name="Google Shape;223;p32"/>
          <p:cNvGrpSpPr/>
          <p:nvPr/>
        </p:nvGrpSpPr>
        <p:grpSpPr>
          <a:xfrm>
            <a:off x="-950751" y="2113667"/>
            <a:ext cx="1517234" cy="203069"/>
            <a:chOff x="4175574" y="433467"/>
            <a:chExt cx="1517234" cy="203069"/>
          </a:xfrm>
        </p:grpSpPr>
        <p:sp>
          <p:nvSpPr>
            <p:cNvPr id="224" name="Google Shape;224;p32"/>
            <p:cNvSpPr/>
            <p:nvPr/>
          </p:nvSpPr>
          <p:spPr>
            <a:xfrm rot="10800000">
              <a:off x="4175574" y="502644"/>
              <a:ext cx="65443" cy="65416"/>
            </a:xfrm>
            <a:custGeom>
              <a:rect b="b" l="l" r="r" t="t"/>
              <a:pathLst>
                <a:path extrusionOk="0" h="2417" w="2418">
                  <a:moveTo>
                    <a:pt x="1210" y="1"/>
                  </a:moveTo>
                  <a:cubicBezTo>
                    <a:pt x="542" y="1"/>
                    <a:pt x="0" y="540"/>
                    <a:pt x="0" y="1209"/>
                  </a:cubicBezTo>
                  <a:cubicBezTo>
                    <a:pt x="0" y="1877"/>
                    <a:pt x="542" y="2416"/>
                    <a:pt x="1210" y="2416"/>
                  </a:cubicBezTo>
                  <a:cubicBezTo>
                    <a:pt x="1876" y="2416"/>
                    <a:pt x="2418" y="1877"/>
                    <a:pt x="2418" y="1209"/>
                  </a:cubicBezTo>
                  <a:cubicBezTo>
                    <a:pt x="2418" y="542"/>
                    <a:pt x="1876" y="1"/>
                    <a:pt x="121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32"/>
            <p:cNvSpPr/>
            <p:nvPr/>
          </p:nvSpPr>
          <p:spPr>
            <a:xfrm rot="10800000">
              <a:off x="4280609" y="528923"/>
              <a:ext cx="1307158" cy="12152"/>
            </a:xfrm>
            <a:custGeom>
              <a:rect b="b" l="l" r="r" t="t"/>
              <a:pathLst>
                <a:path extrusionOk="0" h="449" w="48297">
                  <a:moveTo>
                    <a:pt x="0" y="1"/>
                  </a:moveTo>
                  <a:lnTo>
                    <a:pt x="0" y="449"/>
                  </a:lnTo>
                  <a:lnTo>
                    <a:pt x="48297" y="449"/>
                  </a:lnTo>
                  <a:lnTo>
                    <a:pt x="4829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32"/>
            <p:cNvSpPr/>
            <p:nvPr/>
          </p:nvSpPr>
          <p:spPr>
            <a:xfrm rot="10800000">
              <a:off x="4832644" y="433467"/>
              <a:ext cx="203069" cy="203069"/>
            </a:xfrm>
            <a:custGeom>
              <a:rect b="b" l="l" r="r" t="t"/>
              <a:pathLst>
                <a:path extrusionOk="0" h="7503" w="7503">
                  <a:moveTo>
                    <a:pt x="3750" y="1"/>
                  </a:moveTo>
                  <a:lnTo>
                    <a:pt x="0" y="3753"/>
                  </a:lnTo>
                  <a:lnTo>
                    <a:pt x="3750" y="7503"/>
                  </a:lnTo>
                  <a:lnTo>
                    <a:pt x="7503" y="3753"/>
                  </a:lnTo>
                  <a:lnTo>
                    <a:pt x="375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32"/>
            <p:cNvSpPr/>
            <p:nvPr/>
          </p:nvSpPr>
          <p:spPr>
            <a:xfrm rot="10800000">
              <a:off x="4797131" y="454388"/>
              <a:ext cx="12179" cy="161199"/>
            </a:xfrm>
            <a:custGeom>
              <a:rect b="b" l="l" r="r" t="t"/>
              <a:pathLst>
                <a:path extrusionOk="0" h="5956" w="450">
                  <a:moveTo>
                    <a:pt x="1" y="0"/>
                  </a:moveTo>
                  <a:lnTo>
                    <a:pt x="1" y="5955"/>
                  </a:lnTo>
                  <a:lnTo>
                    <a:pt x="449" y="5955"/>
                  </a:lnTo>
                  <a:lnTo>
                    <a:pt x="44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32"/>
            <p:cNvSpPr/>
            <p:nvPr/>
          </p:nvSpPr>
          <p:spPr>
            <a:xfrm rot="10800000">
              <a:off x="4748305" y="481669"/>
              <a:ext cx="12233" cy="106663"/>
            </a:xfrm>
            <a:custGeom>
              <a:rect b="b" l="l" r="r" t="t"/>
              <a:pathLst>
                <a:path extrusionOk="0" h="3941" w="452">
                  <a:moveTo>
                    <a:pt x="1" y="1"/>
                  </a:moveTo>
                  <a:lnTo>
                    <a:pt x="1" y="3941"/>
                  </a:lnTo>
                  <a:lnTo>
                    <a:pt x="451" y="3941"/>
                  </a:lnTo>
                  <a:lnTo>
                    <a:pt x="45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32"/>
            <p:cNvSpPr/>
            <p:nvPr/>
          </p:nvSpPr>
          <p:spPr>
            <a:xfrm rot="10800000">
              <a:off x="4566725" y="482562"/>
              <a:ext cx="104850" cy="104850"/>
            </a:xfrm>
            <a:custGeom>
              <a:rect b="b" l="l" r="r" t="t"/>
              <a:pathLst>
                <a:path extrusionOk="0" h="3874" w="3874">
                  <a:moveTo>
                    <a:pt x="3553" y="0"/>
                  </a:moveTo>
                  <a:lnTo>
                    <a:pt x="0" y="3555"/>
                  </a:lnTo>
                  <a:lnTo>
                    <a:pt x="318" y="3873"/>
                  </a:lnTo>
                  <a:lnTo>
                    <a:pt x="3873" y="318"/>
                  </a:lnTo>
                  <a:lnTo>
                    <a:pt x="3553"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32"/>
            <p:cNvSpPr/>
            <p:nvPr/>
          </p:nvSpPr>
          <p:spPr>
            <a:xfrm rot="10800000">
              <a:off x="4566779" y="482562"/>
              <a:ext cx="104796" cy="104850"/>
            </a:xfrm>
            <a:custGeom>
              <a:rect b="b" l="l" r="r" t="t"/>
              <a:pathLst>
                <a:path extrusionOk="0" h="3874" w="3872">
                  <a:moveTo>
                    <a:pt x="318" y="0"/>
                  </a:moveTo>
                  <a:lnTo>
                    <a:pt x="0" y="320"/>
                  </a:lnTo>
                  <a:lnTo>
                    <a:pt x="3553" y="3873"/>
                  </a:lnTo>
                  <a:lnTo>
                    <a:pt x="3872" y="3555"/>
                  </a:lnTo>
                  <a:lnTo>
                    <a:pt x="31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32"/>
            <p:cNvSpPr/>
            <p:nvPr/>
          </p:nvSpPr>
          <p:spPr>
            <a:xfrm rot="10800000">
              <a:off x="4398459" y="460829"/>
              <a:ext cx="101061" cy="145204"/>
            </a:xfrm>
            <a:custGeom>
              <a:rect b="b" l="l" r="r" t="t"/>
              <a:pathLst>
                <a:path extrusionOk="0" h="5365" w="3734">
                  <a:moveTo>
                    <a:pt x="2682" y="1"/>
                  </a:moveTo>
                  <a:cubicBezTo>
                    <a:pt x="1202" y="1"/>
                    <a:pt x="1" y="1202"/>
                    <a:pt x="1" y="2682"/>
                  </a:cubicBezTo>
                  <a:cubicBezTo>
                    <a:pt x="1" y="4164"/>
                    <a:pt x="1202" y="5365"/>
                    <a:pt x="2682" y="5365"/>
                  </a:cubicBezTo>
                  <a:cubicBezTo>
                    <a:pt x="3055" y="5365"/>
                    <a:pt x="3410" y="5288"/>
                    <a:pt x="3733" y="5150"/>
                  </a:cubicBezTo>
                  <a:cubicBezTo>
                    <a:pt x="2775" y="4741"/>
                    <a:pt x="2102" y="3791"/>
                    <a:pt x="2102" y="2682"/>
                  </a:cubicBezTo>
                  <a:cubicBezTo>
                    <a:pt x="2102" y="1574"/>
                    <a:pt x="2775" y="623"/>
                    <a:pt x="3733" y="215"/>
                  </a:cubicBezTo>
                  <a:cubicBezTo>
                    <a:pt x="3410" y="76"/>
                    <a:pt x="3055" y="1"/>
                    <a:pt x="268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32"/>
            <p:cNvSpPr/>
            <p:nvPr/>
          </p:nvSpPr>
          <p:spPr>
            <a:xfrm rot="10800000">
              <a:off x="4203588" y="453955"/>
              <a:ext cx="123092" cy="162065"/>
            </a:xfrm>
            <a:custGeom>
              <a:rect b="b" l="l" r="r" t="t"/>
              <a:pathLst>
                <a:path extrusionOk="0" h="5988" w="4548">
                  <a:moveTo>
                    <a:pt x="1" y="0"/>
                  </a:moveTo>
                  <a:lnTo>
                    <a:pt x="1" y="5987"/>
                  </a:lnTo>
                  <a:lnTo>
                    <a:pt x="4547" y="2995"/>
                  </a:lnTo>
                  <a:lnTo>
                    <a:pt x="1"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32"/>
            <p:cNvSpPr/>
            <p:nvPr/>
          </p:nvSpPr>
          <p:spPr>
            <a:xfrm rot="10800000">
              <a:off x="5627392" y="502644"/>
              <a:ext cx="65416" cy="65416"/>
            </a:xfrm>
            <a:custGeom>
              <a:rect b="b" l="l" r="r" t="t"/>
              <a:pathLst>
                <a:path extrusionOk="0" h="2417" w="2417">
                  <a:moveTo>
                    <a:pt x="1209" y="1"/>
                  </a:moveTo>
                  <a:cubicBezTo>
                    <a:pt x="541" y="1"/>
                    <a:pt x="1" y="540"/>
                    <a:pt x="1" y="1209"/>
                  </a:cubicBezTo>
                  <a:cubicBezTo>
                    <a:pt x="1" y="1877"/>
                    <a:pt x="541" y="2416"/>
                    <a:pt x="1209" y="2416"/>
                  </a:cubicBezTo>
                  <a:cubicBezTo>
                    <a:pt x="1875" y="2416"/>
                    <a:pt x="2417" y="1877"/>
                    <a:pt x="2417" y="1209"/>
                  </a:cubicBezTo>
                  <a:cubicBezTo>
                    <a:pt x="2417" y="542"/>
                    <a:pt x="1875" y="1"/>
                    <a:pt x="120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32"/>
            <p:cNvSpPr/>
            <p:nvPr/>
          </p:nvSpPr>
          <p:spPr>
            <a:xfrm rot="10800000">
              <a:off x="5059071" y="454388"/>
              <a:ext cx="12206" cy="161199"/>
            </a:xfrm>
            <a:custGeom>
              <a:rect b="b" l="l" r="r" t="t"/>
              <a:pathLst>
                <a:path extrusionOk="0" h="5956" w="451">
                  <a:moveTo>
                    <a:pt x="1" y="0"/>
                  </a:moveTo>
                  <a:lnTo>
                    <a:pt x="1" y="5955"/>
                  </a:lnTo>
                  <a:lnTo>
                    <a:pt x="451" y="5955"/>
                  </a:lnTo>
                  <a:lnTo>
                    <a:pt x="45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32"/>
            <p:cNvSpPr/>
            <p:nvPr/>
          </p:nvSpPr>
          <p:spPr>
            <a:xfrm rot="10800000">
              <a:off x="5107843" y="481669"/>
              <a:ext cx="12206" cy="106663"/>
            </a:xfrm>
            <a:custGeom>
              <a:rect b="b" l="l" r="r" t="t"/>
              <a:pathLst>
                <a:path extrusionOk="0" h="3941" w="451">
                  <a:moveTo>
                    <a:pt x="1" y="1"/>
                  </a:moveTo>
                  <a:lnTo>
                    <a:pt x="1" y="3941"/>
                  </a:lnTo>
                  <a:lnTo>
                    <a:pt x="451" y="3941"/>
                  </a:lnTo>
                  <a:lnTo>
                    <a:pt x="45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32"/>
            <p:cNvSpPr/>
            <p:nvPr/>
          </p:nvSpPr>
          <p:spPr>
            <a:xfrm rot="10800000">
              <a:off x="5196781" y="482562"/>
              <a:ext cx="104850" cy="104850"/>
            </a:xfrm>
            <a:custGeom>
              <a:rect b="b" l="l" r="r" t="t"/>
              <a:pathLst>
                <a:path extrusionOk="0" h="3874" w="3874">
                  <a:moveTo>
                    <a:pt x="319" y="0"/>
                  </a:moveTo>
                  <a:lnTo>
                    <a:pt x="0" y="320"/>
                  </a:lnTo>
                  <a:lnTo>
                    <a:pt x="3555" y="3873"/>
                  </a:lnTo>
                  <a:lnTo>
                    <a:pt x="3874" y="3555"/>
                  </a:lnTo>
                  <a:lnTo>
                    <a:pt x="31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32"/>
            <p:cNvSpPr/>
            <p:nvPr/>
          </p:nvSpPr>
          <p:spPr>
            <a:xfrm rot="10800000">
              <a:off x="5196781" y="482562"/>
              <a:ext cx="104850" cy="104850"/>
            </a:xfrm>
            <a:custGeom>
              <a:rect b="b" l="l" r="r" t="t"/>
              <a:pathLst>
                <a:path extrusionOk="0" h="3874" w="3874">
                  <a:moveTo>
                    <a:pt x="3555" y="0"/>
                  </a:moveTo>
                  <a:lnTo>
                    <a:pt x="0" y="3555"/>
                  </a:lnTo>
                  <a:lnTo>
                    <a:pt x="319" y="3873"/>
                  </a:lnTo>
                  <a:lnTo>
                    <a:pt x="3874" y="320"/>
                  </a:lnTo>
                  <a:lnTo>
                    <a:pt x="3555"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32"/>
            <p:cNvSpPr/>
            <p:nvPr/>
          </p:nvSpPr>
          <p:spPr>
            <a:xfrm rot="10800000">
              <a:off x="5368863" y="460829"/>
              <a:ext cx="101034" cy="145204"/>
            </a:xfrm>
            <a:custGeom>
              <a:rect b="b" l="l" r="r" t="t"/>
              <a:pathLst>
                <a:path extrusionOk="0" h="5365" w="3733">
                  <a:moveTo>
                    <a:pt x="1050" y="1"/>
                  </a:moveTo>
                  <a:cubicBezTo>
                    <a:pt x="677" y="1"/>
                    <a:pt x="322" y="76"/>
                    <a:pt x="0" y="215"/>
                  </a:cubicBezTo>
                  <a:cubicBezTo>
                    <a:pt x="959" y="623"/>
                    <a:pt x="1630" y="1574"/>
                    <a:pt x="1630" y="2682"/>
                  </a:cubicBezTo>
                  <a:cubicBezTo>
                    <a:pt x="1630" y="3791"/>
                    <a:pt x="959" y="4741"/>
                    <a:pt x="0" y="5150"/>
                  </a:cubicBezTo>
                  <a:cubicBezTo>
                    <a:pt x="322" y="5288"/>
                    <a:pt x="677" y="5365"/>
                    <a:pt x="1050" y="5365"/>
                  </a:cubicBezTo>
                  <a:cubicBezTo>
                    <a:pt x="2532" y="5365"/>
                    <a:pt x="3733" y="4164"/>
                    <a:pt x="3733" y="2682"/>
                  </a:cubicBezTo>
                  <a:cubicBezTo>
                    <a:pt x="3733" y="1202"/>
                    <a:pt x="2532" y="1"/>
                    <a:pt x="105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32"/>
            <p:cNvSpPr/>
            <p:nvPr/>
          </p:nvSpPr>
          <p:spPr>
            <a:xfrm rot="10800000">
              <a:off x="5541731" y="453955"/>
              <a:ext cx="123037" cy="162065"/>
            </a:xfrm>
            <a:custGeom>
              <a:rect b="b" l="l" r="r" t="t"/>
              <a:pathLst>
                <a:path extrusionOk="0" h="5988" w="4546">
                  <a:moveTo>
                    <a:pt x="4545" y="0"/>
                  </a:moveTo>
                  <a:lnTo>
                    <a:pt x="0" y="2995"/>
                  </a:lnTo>
                  <a:lnTo>
                    <a:pt x="4545" y="5987"/>
                  </a:lnTo>
                  <a:lnTo>
                    <a:pt x="4545"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0" name="Google Shape;240;p32"/>
          <p:cNvGrpSpPr/>
          <p:nvPr/>
        </p:nvGrpSpPr>
        <p:grpSpPr>
          <a:xfrm>
            <a:off x="5678161" y="173817"/>
            <a:ext cx="1517235" cy="203069"/>
            <a:chOff x="1912961" y="4405442"/>
            <a:chExt cx="1517235" cy="203069"/>
          </a:xfrm>
        </p:grpSpPr>
        <p:sp>
          <p:nvSpPr>
            <p:cNvPr id="241" name="Google Shape;241;p32"/>
            <p:cNvSpPr/>
            <p:nvPr/>
          </p:nvSpPr>
          <p:spPr>
            <a:xfrm rot="10800000">
              <a:off x="1912961" y="4474619"/>
              <a:ext cx="65443" cy="65416"/>
            </a:xfrm>
            <a:custGeom>
              <a:rect b="b" l="l" r="r" t="t"/>
              <a:pathLst>
                <a:path extrusionOk="0" h="2417" w="2418">
                  <a:moveTo>
                    <a:pt x="1210" y="1"/>
                  </a:moveTo>
                  <a:cubicBezTo>
                    <a:pt x="542" y="1"/>
                    <a:pt x="0" y="540"/>
                    <a:pt x="0" y="1209"/>
                  </a:cubicBezTo>
                  <a:cubicBezTo>
                    <a:pt x="0" y="1877"/>
                    <a:pt x="542" y="2416"/>
                    <a:pt x="1210" y="2416"/>
                  </a:cubicBezTo>
                  <a:cubicBezTo>
                    <a:pt x="1876" y="2416"/>
                    <a:pt x="2418" y="1877"/>
                    <a:pt x="2418" y="1209"/>
                  </a:cubicBezTo>
                  <a:cubicBezTo>
                    <a:pt x="2418" y="542"/>
                    <a:pt x="1876" y="1"/>
                    <a:pt x="121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32"/>
            <p:cNvSpPr/>
            <p:nvPr/>
          </p:nvSpPr>
          <p:spPr>
            <a:xfrm rot="10800000">
              <a:off x="2017996" y="4500898"/>
              <a:ext cx="1307158" cy="12152"/>
            </a:xfrm>
            <a:custGeom>
              <a:rect b="b" l="l" r="r" t="t"/>
              <a:pathLst>
                <a:path extrusionOk="0" h="449" w="48297">
                  <a:moveTo>
                    <a:pt x="0" y="1"/>
                  </a:moveTo>
                  <a:lnTo>
                    <a:pt x="0" y="449"/>
                  </a:lnTo>
                  <a:lnTo>
                    <a:pt x="48297" y="449"/>
                  </a:lnTo>
                  <a:lnTo>
                    <a:pt x="4829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32"/>
            <p:cNvSpPr/>
            <p:nvPr/>
          </p:nvSpPr>
          <p:spPr>
            <a:xfrm rot="10800000">
              <a:off x="2570032" y="4405442"/>
              <a:ext cx="203069" cy="203069"/>
            </a:xfrm>
            <a:custGeom>
              <a:rect b="b" l="l" r="r" t="t"/>
              <a:pathLst>
                <a:path extrusionOk="0" h="7503" w="7503">
                  <a:moveTo>
                    <a:pt x="3750" y="1"/>
                  </a:moveTo>
                  <a:lnTo>
                    <a:pt x="0" y="3753"/>
                  </a:lnTo>
                  <a:lnTo>
                    <a:pt x="3750" y="7503"/>
                  </a:lnTo>
                  <a:lnTo>
                    <a:pt x="7503" y="3753"/>
                  </a:lnTo>
                  <a:lnTo>
                    <a:pt x="375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32"/>
            <p:cNvSpPr/>
            <p:nvPr/>
          </p:nvSpPr>
          <p:spPr>
            <a:xfrm rot="10800000">
              <a:off x="2534519" y="4426363"/>
              <a:ext cx="12179" cy="161199"/>
            </a:xfrm>
            <a:custGeom>
              <a:rect b="b" l="l" r="r" t="t"/>
              <a:pathLst>
                <a:path extrusionOk="0" h="5956" w="450">
                  <a:moveTo>
                    <a:pt x="1" y="0"/>
                  </a:moveTo>
                  <a:lnTo>
                    <a:pt x="1" y="5955"/>
                  </a:lnTo>
                  <a:lnTo>
                    <a:pt x="449" y="5955"/>
                  </a:lnTo>
                  <a:lnTo>
                    <a:pt x="44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32"/>
            <p:cNvSpPr/>
            <p:nvPr/>
          </p:nvSpPr>
          <p:spPr>
            <a:xfrm rot="10800000">
              <a:off x="2485693" y="4453644"/>
              <a:ext cx="12233" cy="106663"/>
            </a:xfrm>
            <a:custGeom>
              <a:rect b="b" l="l" r="r" t="t"/>
              <a:pathLst>
                <a:path extrusionOk="0" h="3941" w="452">
                  <a:moveTo>
                    <a:pt x="1" y="1"/>
                  </a:moveTo>
                  <a:lnTo>
                    <a:pt x="1" y="3941"/>
                  </a:lnTo>
                  <a:lnTo>
                    <a:pt x="451" y="3941"/>
                  </a:lnTo>
                  <a:lnTo>
                    <a:pt x="45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32"/>
            <p:cNvSpPr/>
            <p:nvPr/>
          </p:nvSpPr>
          <p:spPr>
            <a:xfrm rot="10800000">
              <a:off x="2304112" y="4454537"/>
              <a:ext cx="104850" cy="104850"/>
            </a:xfrm>
            <a:custGeom>
              <a:rect b="b" l="l" r="r" t="t"/>
              <a:pathLst>
                <a:path extrusionOk="0" h="3874" w="3874">
                  <a:moveTo>
                    <a:pt x="3553" y="0"/>
                  </a:moveTo>
                  <a:lnTo>
                    <a:pt x="0" y="3555"/>
                  </a:lnTo>
                  <a:lnTo>
                    <a:pt x="318" y="3873"/>
                  </a:lnTo>
                  <a:lnTo>
                    <a:pt x="3873" y="318"/>
                  </a:lnTo>
                  <a:lnTo>
                    <a:pt x="3553"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32"/>
            <p:cNvSpPr/>
            <p:nvPr/>
          </p:nvSpPr>
          <p:spPr>
            <a:xfrm rot="10800000">
              <a:off x="2304166" y="4454537"/>
              <a:ext cx="104796" cy="104850"/>
            </a:xfrm>
            <a:custGeom>
              <a:rect b="b" l="l" r="r" t="t"/>
              <a:pathLst>
                <a:path extrusionOk="0" h="3874" w="3872">
                  <a:moveTo>
                    <a:pt x="318" y="0"/>
                  </a:moveTo>
                  <a:lnTo>
                    <a:pt x="0" y="320"/>
                  </a:lnTo>
                  <a:lnTo>
                    <a:pt x="3553" y="3873"/>
                  </a:lnTo>
                  <a:lnTo>
                    <a:pt x="3872" y="3555"/>
                  </a:lnTo>
                  <a:lnTo>
                    <a:pt x="31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32"/>
            <p:cNvSpPr/>
            <p:nvPr/>
          </p:nvSpPr>
          <p:spPr>
            <a:xfrm rot="10800000">
              <a:off x="2135846" y="4432804"/>
              <a:ext cx="101061" cy="145204"/>
            </a:xfrm>
            <a:custGeom>
              <a:rect b="b" l="l" r="r" t="t"/>
              <a:pathLst>
                <a:path extrusionOk="0" h="5365" w="3734">
                  <a:moveTo>
                    <a:pt x="2682" y="1"/>
                  </a:moveTo>
                  <a:cubicBezTo>
                    <a:pt x="1202" y="1"/>
                    <a:pt x="1" y="1202"/>
                    <a:pt x="1" y="2682"/>
                  </a:cubicBezTo>
                  <a:cubicBezTo>
                    <a:pt x="1" y="4164"/>
                    <a:pt x="1202" y="5365"/>
                    <a:pt x="2682" y="5365"/>
                  </a:cubicBezTo>
                  <a:cubicBezTo>
                    <a:pt x="3055" y="5365"/>
                    <a:pt x="3410" y="5288"/>
                    <a:pt x="3733" y="5150"/>
                  </a:cubicBezTo>
                  <a:cubicBezTo>
                    <a:pt x="2775" y="4741"/>
                    <a:pt x="2102" y="3791"/>
                    <a:pt x="2102" y="2682"/>
                  </a:cubicBezTo>
                  <a:cubicBezTo>
                    <a:pt x="2102" y="1574"/>
                    <a:pt x="2775" y="623"/>
                    <a:pt x="3733" y="215"/>
                  </a:cubicBezTo>
                  <a:cubicBezTo>
                    <a:pt x="3410" y="76"/>
                    <a:pt x="3055" y="1"/>
                    <a:pt x="268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32"/>
            <p:cNvSpPr/>
            <p:nvPr/>
          </p:nvSpPr>
          <p:spPr>
            <a:xfrm rot="10800000">
              <a:off x="1940975" y="4425930"/>
              <a:ext cx="123092" cy="162065"/>
            </a:xfrm>
            <a:custGeom>
              <a:rect b="b" l="l" r="r" t="t"/>
              <a:pathLst>
                <a:path extrusionOk="0" h="5988" w="4548">
                  <a:moveTo>
                    <a:pt x="1" y="0"/>
                  </a:moveTo>
                  <a:lnTo>
                    <a:pt x="1" y="5987"/>
                  </a:lnTo>
                  <a:lnTo>
                    <a:pt x="4547" y="2995"/>
                  </a:lnTo>
                  <a:lnTo>
                    <a:pt x="1"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32"/>
            <p:cNvSpPr/>
            <p:nvPr/>
          </p:nvSpPr>
          <p:spPr>
            <a:xfrm rot="10800000">
              <a:off x="3364780" y="4474619"/>
              <a:ext cx="65416" cy="65416"/>
            </a:xfrm>
            <a:custGeom>
              <a:rect b="b" l="l" r="r" t="t"/>
              <a:pathLst>
                <a:path extrusionOk="0" h="2417" w="2417">
                  <a:moveTo>
                    <a:pt x="1209" y="1"/>
                  </a:moveTo>
                  <a:cubicBezTo>
                    <a:pt x="541" y="1"/>
                    <a:pt x="1" y="540"/>
                    <a:pt x="1" y="1209"/>
                  </a:cubicBezTo>
                  <a:cubicBezTo>
                    <a:pt x="1" y="1877"/>
                    <a:pt x="541" y="2416"/>
                    <a:pt x="1209" y="2416"/>
                  </a:cubicBezTo>
                  <a:cubicBezTo>
                    <a:pt x="1875" y="2416"/>
                    <a:pt x="2417" y="1877"/>
                    <a:pt x="2417" y="1209"/>
                  </a:cubicBezTo>
                  <a:cubicBezTo>
                    <a:pt x="2417" y="542"/>
                    <a:pt x="1875" y="1"/>
                    <a:pt x="120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32"/>
            <p:cNvSpPr/>
            <p:nvPr/>
          </p:nvSpPr>
          <p:spPr>
            <a:xfrm rot="10800000">
              <a:off x="2796458" y="4426363"/>
              <a:ext cx="12206" cy="161199"/>
            </a:xfrm>
            <a:custGeom>
              <a:rect b="b" l="l" r="r" t="t"/>
              <a:pathLst>
                <a:path extrusionOk="0" h="5956" w="451">
                  <a:moveTo>
                    <a:pt x="1" y="0"/>
                  </a:moveTo>
                  <a:lnTo>
                    <a:pt x="1" y="5955"/>
                  </a:lnTo>
                  <a:lnTo>
                    <a:pt x="451" y="5955"/>
                  </a:lnTo>
                  <a:lnTo>
                    <a:pt x="45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32"/>
            <p:cNvSpPr/>
            <p:nvPr/>
          </p:nvSpPr>
          <p:spPr>
            <a:xfrm rot="10800000">
              <a:off x="2845230" y="4453644"/>
              <a:ext cx="12206" cy="106663"/>
            </a:xfrm>
            <a:custGeom>
              <a:rect b="b" l="l" r="r" t="t"/>
              <a:pathLst>
                <a:path extrusionOk="0" h="3941" w="451">
                  <a:moveTo>
                    <a:pt x="1" y="1"/>
                  </a:moveTo>
                  <a:lnTo>
                    <a:pt x="1" y="3941"/>
                  </a:lnTo>
                  <a:lnTo>
                    <a:pt x="451" y="3941"/>
                  </a:lnTo>
                  <a:lnTo>
                    <a:pt x="45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32"/>
            <p:cNvSpPr/>
            <p:nvPr/>
          </p:nvSpPr>
          <p:spPr>
            <a:xfrm rot="10800000">
              <a:off x="2934169" y="4454537"/>
              <a:ext cx="104850" cy="104850"/>
            </a:xfrm>
            <a:custGeom>
              <a:rect b="b" l="l" r="r" t="t"/>
              <a:pathLst>
                <a:path extrusionOk="0" h="3874" w="3874">
                  <a:moveTo>
                    <a:pt x="319" y="0"/>
                  </a:moveTo>
                  <a:lnTo>
                    <a:pt x="0" y="320"/>
                  </a:lnTo>
                  <a:lnTo>
                    <a:pt x="3555" y="3873"/>
                  </a:lnTo>
                  <a:lnTo>
                    <a:pt x="3874" y="3555"/>
                  </a:lnTo>
                  <a:lnTo>
                    <a:pt x="31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32"/>
            <p:cNvSpPr/>
            <p:nvPr/>
          </p:nvSpPr>
          <p:spPr>
            <a:xfrm rot="10800000">
              <a:off x="2934169" y="4454537"/>
              <a:ext cx="104850" cy="104850"/>
            </a:xfrm>
            <a:custGeom>
              <a:rect b="b" l="l" r="r" t="t"/>
              <a:pathLst>
                <a:path extrusionOk="0" h="3874" w="3874">
                  <a:moveTo>
                    <a:pt x="3555" y="0"/>
                  </a:moveTo>
                  <a:lnTo>
                    <a:pt x="0" y="3555"/>
                  </a:lnTo>
                  <a:lnTo>
                    <a:pt x="319" y="3873"/>
                  </a:lnTo>
                  <a:lnTo>
                    <a:pt x="3874" y="320"/>
                  </a:lnTo>
                  <a:lnTo>
                    <a:pt x="3555"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32"/>
            <p:cNvSpPr/>
            <p:nvPr/>
          </p:nvSpPr>
          <p:spPr>
            <a:xfrm rot="10800000">
              <a:off x="3106251" y="4432804"/>
              <a:ext cx="101034" cy="145204"/>
            </a:xfrm>
            <a:custGeom>
              <a:rect b="b" l="l" r="r" t="t"/>
              <a:pathLst>
                <a:path extrusionOk="0" h="5365" w="3733">
                  <a:moveTo>
                    <a:pt x="1050" y="1"/>
                  </a:moveTo>
                  <a:cubicBezTo>
                    <a:pt x="677" y="1"/>
                    <a:pt x="322" y="76"/>
                    <a:pt x="0" y="215"/>
                  </a:cubicBezTo>
                  <a:cubicBezTo>
                    <a:pt x="959" y="623"/>
                    <a:pt x="1630" y="1574"/>
                    <a:pt x="1630" y="2682"/>
                  </a:cubicBezTo>
                  <a:cubicBezTo>
                    <a:pt x="1630" y="3791"/>
                    <a:pt x="959" y="4741"/>
                    <a:pt x="0" y="5150"/>
                  </a:cubicBezTo>
                  <a:cubicBezTo>
                    <a:pt x="322" y="5288"/>
                    <a:pt x="677" y="5365"/>
                    <a:pt x="1050" y="5365"/>
                  </a:cubicBezTo>
                  <a:cubicBezTo>
                    <a:pt x="2532" y="5365"/>
                    <a:pt x="3733" y="4164"/>
                    <a:pt x="3733" y="2682"/>
                  </a:cubicBezTo>
                  <a:cubicBezTo>
                    <a:pt x="3733" y="1202"/>
                    <a:pt x="2532" y="1"/>
                    <a:pt x="105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32"/>
            <p:cNvSpPr/>
            <p:nvPr/>
          </p:nvSpPr>
          <p:spPr>
            <a:xfrm rot="10800000">
              <a:off x="3279118" y="4425930"/>
              <a:ext cx="123037" cy="162065"/>
            </a:xfrm>
            <a:custGeom>
              <a:rect b="b" l="l" r="r" t="t"/>
              <a:pathLst>
                <a:path extrusionOk="0" h="5988" w="4546">
                  <a:moveTo>
                    <a:pt x="4545" y="0"/>
                  </a:moveTo>
                  <a:lnTo>
                    <a:pt x="0" y="2995"/>
                  </a:lnTo>
                  <a:lnTo>
                    <a:pt x="4545" y="5987"/>
                  </a:lnTo>
                  <a:lnTo>
                    <a:pt x="4545"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57" name="Google Shape;257;p32"/>
          <p:cNvSpPr/>
          <p:nvPr/>
        </p:nvSpPr>
        <p:spPr>
          <a:xfrm>
            <a:off x="8575661" y="2353711"/>
            <a:ext cx="320335" cy="329156"/>
          </a:xfrm>
          <a:custGeom>
            <a:rect b="b" l="l" r="r" t="t"/>
            <a:pathLst>
              <a:path extrusionOk="0" h="10299" w="10023">
                <a:moveTo>
                  <a:pt x="5149" y="1"/>
                </a:moveTo>
                <a:cubicBezTo>
                  <a:pt x="2309" y="1"/>
                  <a:pt x="1" y="2309"/>
                  <a:pt x="1" y="5149"/>
                </a:cubicBezTo>
                <a:cubicBezTo>
                  <a:pt x="1" y="7988"/>
                  <a:pt x="2309" y="10299"/>
                  <a:pt x="5149" y="10299"/>
                </a:cubicBezTo>
                <a:cubicBezTo>
                  <a:pt x="7411" y="10299"/>
                  <a:pt x="9333" y="8829"/>
                  <a:pt x="10022" y="6796"/>
                </a:cubicBezTo>
                <a:lnTo>
                  <a:pt x="7925" y="6796"/>
                </a:lnTo>
                <a:cubicBezTo>
                  <a:pt x="7360" y="7744"/>
                  <a:pt x="6328" y="8380"/>
                  <a:pt x="5149" y="8380"/>
                </a:cubicBezTo>
                <a:cubicBezTo>
                  <a:pt x="3368" y="8380"/>
                  <a:pt x="1917" y="6932"/>
                  <a:pt x="1917" y="5149"/>
                </a:cubicBezTo>
                <a:cubicBezTo>
                  <a:pt x="1917" y="3368"/>
                  <a:pt x="3368" y="1917"/>
                  <a:pt x="5149" y="1917"/>
                </a:cubicBezTo>
                <a:cubicBezTo>
                  <a:pt x="6328" y="1917"/>
                  <a:pt x="7360" y="2555"/>
                  <a:pt x="7925" y="3501"/>
                </a:cubicBezTo>
                <a:lnTo>
                  <a:pt x="10022" y="3501"/>
                </a:lnTo>
                <a:cubicBezTo>
                  <a:pt x="9333" y="1469"/>
                  <a:pt x="7411" y="1"/>
                  <a:pt x="514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58" name="Google Shape;258;p32"/>
          <p:cNvGrpSpPr/>
          <p:nvPr/>
        </p:nvGrpSpPr>
        <p:grpSpPr>
          <a:xfrm>
            <a:off x="1849328" y="4687376"/>
            <a:ext cx="410682" cy="410682"/>
            <a:chOff x="2946260" y="1813841"/>
            <a:chExt cx="564511" cy="564511"/>
          </a:xfrm>
        </p:grpSpPr>
        <p:sp>
          <p:nvSpPr>
            <p:cNvPr id="259" name="Google Shape;259;p32"/>
            <p:cNvSpPr/>
            <p:nvPr/>
          </p:nvSpPr>
          <p:spPr>
            <a:xfrm>
              <a:off x="2946260" y="1813841"/>
              <a:ext cx="564511" cy="564511"/>
            </a:xfrm>
            <a:custGeom>
              <a:rect b="b" l="l" r="r" t="t"/>
              <a:pathLst>
                <a:path extrusionOk="0" h="16365" w="16365">
                  <a:moveTo>
                    <a:pt x="8182" y="1"/>
                  </a:moveTo>
                  <a:cubicBezTo>
                    <a:pt x="3663" y="1"/>
                    <a:pt x="1" y="3663"/>
                    <a:pt x="1" y="8183"/>
                  </a:cubicBezTo>
                  <a:cubicBezTo>
                    <a:pt x="1" y="10353"/>
                    <a:pt x="862" y="12435"/>
                    <a:pt x="2397" y="13968"/>
                  </a:cubicBezTo>
                  <a:cubicBezTo>
                    <a:pt x="3930" y="15503"/>
                    <a:pt x="6012" y="16364"/>
                    <a:pt x="8182" y="16364"/>
                  </a:cubicBezTo>
                  <a:cubicBezTo>
                    <a:pt x="10353" y="16364"/>
                    <a:pt x="12433" y="15503"/>
                    <a:pt x="13968" y="13968"/>
                  </a:cubicBezTo>
                  <a:cubicBezTo>
                    <a:pt x="15503" y="12435"/>
                    <a:pt x="16364" y="10353"/>
                    <a:pt x="16364" y="8183"/>
                  </a:cubicBezTo>
                  <a:cubicBezTo>
                    <a:pt x="16364" y="6012"/>
                    <a:pt x="15503" y="3932"/>
                    <a:pt x="13968" y="2397"/>
                  </a:cubicBezTo>
                  <a:cubicBezTo>
                    <a:pt x="12433" y="862"/>
                    <a:pt x="10353" y="1"/>
                    <a:pt x="818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32"/>
            <p:cNvSpPr/>
            <p:nvPr/>
          </p:nvSpPr>
          <p:spPr>
            <a:xfrm>
              <a:off x="3029120" y="1896770"/>
              <a:ext cx="398728" cy="398728"/>
            </a:xfrm>
            <a:custGeom>
              <a:rect b="b" l="l" r="r" t="t"/>
              <a:pathLst>
                <a:path extrusionOk="0" h="11559" w="11559">
                  <a:moveTo>
                    <a:pt x="0" y="0"/>
                  </a:moveTo>
                  <a:lnTo>
                    <a:pt x="0" y="11558"/>
                  </a:lnTo>
                  <a:lnTo>
                    <a:pt x="11559" y="11558"/>
                  </a:lnTo>
                  <a:lnTo>
                    <a:pt x="1155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32"/>
            <p:cNvSpPr/>
            <p:nvPr/>
          </p:nvSpPr>
          <p:spPr>
            <a:xfrm>
              <a:off x="3032259" y="1899909"/>
              <a:ext cx="392450" cy="392450"/>
            </a:xfrm>
            <a:custGeom>
              <a:rect b="b" l="l" r="r" t="t"/>
              <a:pathLst>
                <a:path extrusionOk="0" h="11377" w="11377">
                  <a:moveTo>
                    <a:pt x="5689" y="0"/>
                  </a:moveTo>
                  <a:lnTo>
                    <a:pt x="1" y="5688"/>
                  </a:lnTo>
                  <a:lnTo>
                    <a:pt x="5689" y="11376"/>
                  </a:lnTo>
                  <a:lnTo>
                    <a:pt x="11376" y="5688"/>
                  </a:lnTo>
                  <a:lnTo>
                    <a:pt x="568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2" name="Google Shape;262;p32"/>
          <p:cNvGrpSpPr/>
          <p:nvPr/>
        </p:nvGrpSpPr>
        <p:grpSpPr>
          <a:xfrm>
            <a:off x="8510559" y="329657"/>
            <a:ext cx="450536" cy="410703"/>
            <a:chOff x="6541834" y="329657"/>
            <a:chExt cx="450536" cy="410703"/>
          </a:xfrm>
        </p:grpSpPr>
        <p:sp>
          <p:nvSpPr>
            <p:cNvPr id="263" name="Google Shape;263;p32"/>
            <p:cNvSpPr/>
            <p:nvPr/>
          </p:nvSpPr>
          <p:spPr>
            <a:xfrm>
              <a:off x="6632681" y="359014"/>
              <a:ext cx="139004" cy="179325"/>
            </a:xfrm>
            <a:custGeom>
              <a:rect b="b" l="l" r="r" t="t"/>
              <a:pathLst>
                <a:path extrusionOk="0" h="9175" w="7112">
                  <a:moveTo>
                    <a:pt x="481" y="0"/>
                  </a:moveTo>
                  <a:lnTo>
                    <a:pt x="1" y="360"/>
                  </a:lnTo>
                  <a:lnTo>
                    <a:pt x="6631" y="9174"/>
                  </a:lnTo>
                  <a:lnTo>
                    <a:pt x="7111" y="8814"/>
                  </a:lnTo>
                  <a:lnTo>
                    <a:pt x="4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32"/>
            <p:cNvSpPr/>
            <p:nvPr/>
          </p:nvSpPr>
          <p:spPr>
            <a:xfrm>
              <a:off x="6542030" y="465048"/>
              <a:ext cx="226800" cy="75874"/>
            </a:xfrm>
            <a:custGeom>
              <a:rect b="b" l="l" r="r" t="t"/>
              <a:pathLst>
                <a:path extrusionOk="0" h="3882" w="11604">
                  <a:moveTo>
                    <a:pt x="168" y="1"/>
                  </a:moveTo>
                  <a:lnTo>
                    <a:pt x="1" y="578"/>
                  </a:lnTo>
                  <a:lnTo>
                    <a:pt x="11436" y="3881"/>
                  </a:lnTo>
                  <a:lnTo>
                    <a:pt x="11603" y="3305"/>
                  </a:lnTo>
                  <a:lnTo>
                    <a:pt x="16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32"/>
            <p:cNvSpPr/>
            <p:nvPr/>
          </p:nvSpPr>
          <p:spPr>
            <a:xfrm>
              <a:off x="6762208" y="359112"/>
              <a:ext cx="139024" cy="179267"/>
            </a:xfrm>
            <a:custGeom>
              <a:rect b="b" l="l" r="r" t="t"/>
              <a:pathLst>
                <a:path extrusionOk="0" h="9172" w="7113">
                  <a:moveTo>
                    <a:pt x="6634" y="0"/>
                  </a:moveTo>
                  <a:lnTo>
                    <a:pt x="1" y="8811"/>
                  </a:lnTo>
                  <a:lnTo>
                    <a:pt x="479" y="9171"/>
                  </a:lnTo>
                  <a:lnTo>
                    <a:pt x="7113" y="361"/>
                  </a:lnTo>
                  <a:lnTo>
                    <a:pt x="663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32"/>
            <p:cNvSpPr/>
            <p:nvPr/>
          </p:nvSpPr>
          <p:spPr>
            <a:xfrm>
              <a:off x="6761113" y="329657"/>
              <a:ext cx="11727" cy="205340"/>
            </a:xfrm>
            <a:custGeom>
              <a:rect b="b" l="l" r="r" t="t"/>
              <a:pathLst>
                <a:path extrusionOk="0" h="10506" w="600">
                  <a:moveTo>
                    <a:pt x="0" y="1"/>
                  </a:moveTo>
                  <a:lnTo>
                    <a:pt x="0" y="10506"/>
                  </a:lnTo>
                  <a:lnTo>
                    <a:pt x="600" y="10506"/>
                  </a:lnTo>
                  <a:lnTo>
                    <a:pt x="60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32"/>
            <p:cNvSpPr/>
            <p:nvPr/>
          </p:nvSpPr>
          <p:spPr>
            <a:xfrm>
              <a:off x="6765374" y="464774"/>
              <a:ext cx="226781" cy="75796"/>
            </a:xfrm>
            <a:custGeom>
              <a:rect b="b" l="l" r="r" t="t"/>
              <a:pathLst>
                <a:path extrusionOk="0" h="3878" w="11603">
                  <a:moveTo>
                    <a:pt x="11437" y="1"/>
                  </a:moveTo>
                  <a:lnTo>
                    <a:pt x="0" y="3301"/>
                  </a:lnTo>
                  <a:lnTo>
                    <a:pt x="167" y="3878"/>
                  </a:lnTo>
                  <a:lnTo>
                    <a:pt x="11603" y="578"/>
                  </a:lnTo>
                  <a:lnTo>
                    <a:pt x="114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32"/>
            <p:cNvSpPr/>
            <p:nvPr/>
          </p:nvSpPr>
          <p:spPr>
            <a:xfrm>
              <a:off x="6632622" y="531385"/>
              <a:ext cx="139063" cy="179286"/>
            </a:xfrm>
            <a:custGeom>
              <a:rect b="b" l="l" r="r" t="t"/>
              <a:pathLst>
                <a:path extrusionOk="0" h="9173" w="7115">
                  <a:moveTo>
                    <a:pt x="6636" y="0"/>
                  </a:moveTo>
                  <a:lnTo>
                    <a:pt x="0" y="8811"/>
                  </a:lnTo>
                  <a:lnTo>
                    <a:pt x="480" y="9173"/>
                  </a:lnTo>
                  <a:lnTo>
                    <a:pt x="7114" y="362"/>
                  </a:lnTo>
                  <a:lnTo>
                    <a:pt x="663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32"/>
            <p:cNvSpPr/>
            <p:nvPr/>
          </p:nvSpPr>
          <p:spPr>
            <a:xfrm>
              <a:off x="6541834" y="529313"/>
              <a:ext cx="226820" cy="75796"/>
            </a:xfrm>
            <a:custGeom>
              <a:rect b="b" l="l" r="r" t="t"/>
              <a:pathLst>
                <a:path extrusionOk="0" h="3878" w="11605">
                  <a:moveTo>
                    <a:pt x="11437" y="1"/>
                  </a:moveTo>
                  <a:lnTo>
                    <a:pt x="0" y="3303"/>
                  </a:lnTo>
                  <a:lnTo>
                    <a:pt x="167" y="3878"/>
                  </a:lnTo>
                  <a:lnTo>
                    <a:pt x="11604" y="577"/>
                  </a:lnTo>
                  <a:lnTo>
                    <a:pt x="114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32"/>
            <p:cNvSpPr/>
            <p:nvPr/>
          </p:nvSpPr>
          <p:spPr>
            <a:xfrm>
              <a:off x="6762286" y="531268"/>
              <a:ext cx="138945" cy="179345"/>
            </a:xfrm>
            <a:custGeom>
              <a:rect b="b" l="l" r="r" t="t"/>
              <a:pathLst>
                <a:path extrusionOk="0" h="9176" w="7109">
                  <a:moveTo>
                    <a:pt x="480" y="1"/>
                  </a:moveTo>
                  <a:lnTo>
                    <a:pt x="0" y="361"/>
                  </a:lnTo>
                  <a:lnTo>
                    <a:pt x="6630" y="9175"/>
                  </a:lnTo>
                  <a:lnTo>
                    <a:pt x="7109" y="8815"/>
                  </a:lnTo>
                  <a:lnTo>
                    <a:pt x="48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32"/>
            <p:cNvSpPr/>
            <p:nvPr/>
          </p:nvSpPr>
          <p:spPr>
            <a:xfrm>
              <a:off x="6761113" y="534981"/>
              <a:ext cx="11727" cy="205379"/>
            </a:xfrm>
            <a:custGeom>
              <a:rect b="b" l="l" r="r" t="t"/>
              <a:pathLst>
                <a:path extrusionOk="0" h="10508" w="600">
                  <a:moveTo>
                    <a:pt x="0" y="1"/>
                  </a:moveTo>
                  <a:lnTo>
                    <a:pt x="0" y="10508"/>
                  </a:lnTo>
                  <a:lnTo>
                    <a:pt x="600" y="10508"/>
                  </a:lnTo>
                  <a:lnTo>
                    <a:pt x="60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32"/>
            <p:cNvSpPr/>
            <p:nvPr/>
          </p:nvSpPr>
          <p:spPr>
            <a:xfrm>
              <a:off x="6765570" y="529626"/>
              <a:ext cx="226800" cy="75835"/>
            </a:xfrm>
            <a:custGeom>
              <a:rect b="b" l="l" r="r" t="t"/>
              <a:pathLst>
                <a:path extrusionOk="0" h="3880" w="11604">
                  <a:moveTo>
                    <a:pt x="168" y="1"/>
                  </a:moveTo>
                  <a:lnTo>
                    <a:pt x="1" y="577"/>
                  </a:lnTo>
                  <a:lnTo>
                    <a:pt x="11436" y="3879"/>
                  </a:lnTo>
                  <a:lnTo>
                    <a:pt x="11603" y="3302"/>
                  </a:lnTo>
                  <a:lnTo>
                    <a:pt x="16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32"/>
            <p:cNvSpPr/>
            <p:nvPr/>
          </p:nvSpPr>
          <p:spPr>
            <a:xfrm>
              <a:off x="6568904" y="410751"/>
              <a:ext cx="396138" cy="248515"/>
            </a:xfrm>
            <a:custGeom>
              <a:rect b="b" l="l" r="r" t="t"/>
              <a:pathLst>
                <a:path extrusionOk="0" h="12715" w="20268">
                  <a:moveTo>
                    <a:pt x="10135" y="1"/>
                  </a:moveTo>
                  <a:cubicBezTo>
                    <a:pt x="3536" y="1"/>
                    <a:pt x="1" y="6359"/>
                    <a:pt x="1" y="6359"/>
                  </a:cubicBezTo>
                  <a:cubicBezTo>
                    <a:pt x="1" y="6359"/>
                    <a:pt x="3536" y="12714"/>
                    <a:pt x="10135" y="12714"/>
                  </a:cubicBezTo>
                  <a:cubicBezTo>
                    <a:pt x="16734" y="12714"/>
                    <a:pt x="20268" y="6359"/>
                    <a:pt x="20268" y="6359"/>
                  </a:cubicBezTo>
                  <a:cubicBezTo>
                    <a:pt x="20268" y="6359"/>
                    <a:pt x="16734" y="1"/>
                    <a:pt x="1013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32"/>
            <p:cNvSpPr/>
            <p:nvPr/>
          </p:nvSpPr>
          <p:spPr>
            <a:xfrm>
              <a:off x="6656155" y="434030"/>
              <a:ext cx="221679" cy="201978"/>
            </a:xfrm>
            <a:custGeom>
              <a:rect b="b" l="l" r="r" t="t"/>
              <a:pathLst>
                <a:path extrusionOk="0" h="10334" w="11342">
                  <a:moveTo>
                    <a:pt x="5671" y="0"/>
                  </a:moveTo>
                  <a:cubicBezTo>
                    <a:pt x="4349" y="0"/>
                    <a:pt x="3027" y="505"/>
                    <a:pt x="2017" y="1514"/>
                  </a:cubicBezTo>
                  <a:cubicBezTo>
                    <a:pt x="1" y="3531"/>
                    <a:pt x="1" y="6803"/>
                    <a:pt x="2017" y="8819"/>
                  </a:cubicBezTo>
                  <a:cubicBezTo>
                    <a:pt x="3027" y="9829"/>
                    <a:pt x="4349" y="10333"/>
                    <a:pt x="5671" y="10333"/>
                  </a:cubicBezTo>
                  <a:cubicBezTo>
                    <a:pt x="6993" y="10333"/>
                    <a:pt x="8315" y="9829"/>
                    <a:pt x="9325" y="8819"/>
                  </a:cubicBezTo>
                  <a:cubicBezTo>
                    <a:pt x="11341" y="6803"/>
                    <a:pt x="11341" y="3531"/>
                    <a:pt x="9325" y="1514"/>
                  </a:cubicBezTo>
                  <a:cubicBezTo>
                    <a:pt x="8315" y="505"/>
                    <a:pt x="6993" y="0"/>
                    <a:pt x="567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32"/>
            <p:cNvSpPr/>
            <p:nvPr/>
          </p:nvSpPr>
          <p:spPr>
            <a:xfrm>
              <a:off x="6666025" y="434030"/>
              <a:ext cx="201900" cy="201900"/>
            </a:xfrm>
            <a:custGeom>
              <a:rect b="b" l="l" r="r" t="t"/>
              <a:pathLst>
                <a:path extrusionOk="0" h="10330" w="10330">
                  <a:moveTo>
                    <a:pt x="5166" y="0"/>
                  </a:moveTo>
                  <a:lnTo>
                    <a:pt x="4035" y="4035"/>
                  </a:lnTo>
                  <a:lnTo>
                    <a:pt x="0" y="5166"/>
                  </a:lnTo>
                  <a:lnTo>
                    <a:pt x="4035" y="6295"/>
                  </a:lnTo>
                  <a:lnTo>
                    <a:pt x="5166" y="10330"/>
                  </a:lnTo>
                  <a:lnTo>
                    <a:pt x="6295" y="6295"/>
                  </a:lnTo>
                  <a:lnTo>
                    <a:pt x="10330" y="5166"/>
                  </a:lnTo>
                  <a:lnTo>
                    <a:pt x="6295" y="4035"/>
                  </a:lnTo>
                  <a:lnTo>
                    <a:pt x="5166"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6" name="Google Shape;276;p32"/>
          <p:cNvGrpSpPr/>
          <p:nvPr/>
        </p:nvGrpSpPr>
        <p:grpSpPr>
          <a:xfrm>
            <a:off x="287804" y="173821"/>
            <a:ext cx="345754" cy="576816"/>
            <a:chOff x="504791" y="3937846"/>
            <a:chExt cx="345754" cy="576816"/>
          </a:xfrm>
        </p:grpSpPr>
        <p:sp>
          <p:nvSpPr>
            <p:cNvPr id="277" name="Google Shape;277;p32"/>
            <p:cNvSpPr/>
            <p:nvPr/>
          </p:nvSpPr>
          <p:spPr>
            <a:xfrm>
              <a:off x="558101" y="4156041"/>
              <a:ext cx="239107" cy="239076"/>
            </a:xfrm>
            <a:custGeom>
              <a:rect b="b" l="l" r="r" t="t"/>
              <a:pathLst>
                <a:path extrusionOk="0" h="12447" w="12447">
                  <a:moveTo>
                    <a:pt x="6224" y="0"/>
                  </a:moveTo>
                  <a:cubicBezTo>
                    <a:pt x="2787" y="0"/>
                    <a:pt x="0" y="2785"/>
                    <a:pt x="0" y="6223"/>
                  </a:cubicBezTo>
                  <a:cubicBezTo>
                    <a:pt x="0" y="9660"/>
                    <a:pt x="2787" y="12447"/>
                    <a:pt x="6224" y="12447"/>
                  </a:cubicBezTo>
                  <a:cubicBezTo>
                    <a:pt x="9661" y="12447"/>
                    <a:pt x="12446" y="9660"/>
                    <a:pt x="12446" y="6223"/>
                  </a:cubicBezTo>
                  <a:cubicBezTo>
                    <a:pt x="12446" y="2785"/>
                    <a:pt x="9661" y="0"/>
                    <a:pt x="622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32"/>
            <p:cNvSpPr/>
            <p:nvPr/>
          </p:nvSpPr>
          <p:spPr>
            <a:xfrm>
              <a:off x="558101" y="4395095"/>
              <a:ext cx="239107" cy="119567"/>
            </a:xfrm>
            <a:custGeom>
              <a:rect b="b" l="l" r="r" t="t"/>
              <a:pathLst>
                <a:path extrusionOk="0" h="6225" w="12447">
                  <a:moveTo>
                    <a:pt x="6224" y="1"/>
                  </a:moveTo>
                  <a:cubicBezTo>
                    <a:pt x="2787" y="1"/>
                    <a:pt x="0" y="2787"/>
                    <a:pt x="0" y="6225"/>
                  </a:cubicBezTo>
                  <a:lnTo>
                    <a:pt x="12446" y="6225"/>
                  </a:lnTo>
                  <a:cubicBezTo>
                    <a:pt x="12446" y="2787"/>
                    <a:pt x="9661" y="1"/>
                    <a:pt x="6224"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32"/>
            <p:cNvSpPr/>
            <p:nvPr/>
          </p:nvSpPr>
          <p:spPr>
            <a:xfrm>
              <a:off x="568533" y="3937846"/>
              <a:ext cx="218245" cy="218216"/>
            </a:xfrm>
            <a:custGeom>
              <a:rect b="b" l="l" r="r" t="t"/>
              <a:pathLst>
                <a:path extrusionOk="0" h="11361" w="11361">
                  <a:moveTo>
                    <a:pt x="5681" y="1"/>
                  </a:moveTo>
                  <a:lnTo>
                    <a:pt x="0" y="5680"/>
                  </a:lnTo>
                  <a:lnTo>
                    <a:pt x="5681" y="11360"/>
                  </a:lnTo>
                  <a:lnTo>
                    <a:pt x="11360" y="5680"/>
                  </a:lnTo>
                  <a:lnTo>
                    <a:pt x="568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32"/>
            <p:cNvSpPr/>
            <p:nvPr/>
          </p:nvSpPr>
          <p:spPr>
            <a:xfrm>
              <a:off x="802712" y="4042603"/>
              <a:ext cx="47833" cy="8663"/>
            </a:xfrm>
            <a:custGeom>
              <a:rect b="b" l="l" r="r" t="t"/>
              <a:pathLst>
                <a:path extrusionOk="0" h="451" w="2490">
                  <a:moveTo>
                    <a:pt x="0" y="1"/>
                  </a:moveTo>
                  <a:lnTo>
                    <a:pt x="0" y="451"/>
                  </a:lnTo>
                  <a:lnTo>
                    <a:pt x="2490" y="451"/>
                  </a:lnTo>
                  <a:lnTo>
                    <a:pt x="249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32"/>
            <p:cNvSpPr/>
            <p:nvPr/>
          </p:nvSpPr>
          <p:spPr>
            <a:xfrm>
              <a:off x="504791" y="4042603"/>
              <a:ext cx="47852" cy="8663"/>
            </a:xfrm>
            <a:custGeom>
              <a:rect b="b" l="l" r="r" t="t"/>
              <a:pathLst>
                <a:path extrusionOk="0" h="451" w="2491">
                  <a:moveTo>
                    <a:pt x="1" y="1"/>
                  </a:moveTo>
                  <a:lnTo>
                    <a:pt x="1" y="451"/>
                  </a:lnTo>
                  <a:lnTo>
                    <a:pt x="2490" y="451"/>
                  </a:lnTo>
                  <a:lnTo>
                    <a:pt x="249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32"/>
            <p:cNvSpPr/>
            <p:nvPr/>
          </p:nvSpPr>
          <p:spPr>
            <a:xfrm>
              <a:off x="767345" y="3981984"/>
              <a:ext cx="73613" cy="34708"/>
            </a:xfrm>
            <a:custGeom>
              <a:rect b="b" l="l" r="r" t="t"/>
              <a:pathLst>
                <a:path extrusionOk="0" h="1807" w="3832">
                  <a:moveTo>
                    <a:pt x="3673" y="1"/>
                  </a:moveTo>
                  <a:lnTo>
                    <a:pt x="0" y="1384"/>
                  </a:lnTo>
                  <a:lnTo>
                    <a:pt x="158" y="1806"/>
                  </a:lnTo>
                  <a:lnTo>
                    <a:pt x="3831" y="421"/>
                  </a:lnTo>
                  <a:lnTo>
                    <a:pt x="3673"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32"/>
            <p:cNvSpPr/>
            <p:nvPr/>
          </p:nvSpPr>
          <p:spPr>
            <a:xfrm>
              <a:off x="514358" y="4077310"/>
              <a:ext cx="73517" cy="34670"/>
            </a:xfrm>
            <a:custGeom>
              <a:rect b="b" l="l" r="r" t="t"/>
              <a:pathLst>
                <a:path extrusionOk="0" h="1805" w="3827">
                  <a:moveTo>
                    <a:pt x="3666" y="1"/>
                  </a:moveTo>
                  <a:lnTo>
                    <a:pt x="0" y="1383"/>
                  </a:lnTo>
                  <a:lnTo>
                    <a:pt x="158" y="1805"/>
                  </a:lnTo>
                  <a:lnTo>
                    <a:pt x="3826" y="423"/>
                  </a:lnTo>
                  <a:lnTo>
                    <a:pt x="3666"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32"/>
            <p:cNvSpPr/>
            <p:nvPr/>
          </p:nvSpPr>
          <p:spPr>
            <a:xfrm>
              <a:off x="766864" y="4077041"/>
              <a:ext cx="74016" cy="34842"/>
            </a:xfrm>
            <a:custGeom>
              <a:rect b="b" l="l" r="r" t="t"/>
              <a:pathLst>
                <a:path extrusionOk="0" h="1814" w="3853">
                  <a:moveTo>
                    <a:pt x="161" y="1"/>
                  </a:moveTo>
                  <a:lnTo>
                    <a:pt x="1" y="421"/>
                  </a:lnTo>
                  <a:lnTo>
                    <a:pt x="3695" y="1814"/>
                  </a:lnTo>
                  <a:lnTo>
                    <a:pt x="3853" y="1392"/>
                  </a:lnTo>
                  <a:lnTo>
                    <a:pt x="16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32"/>
            <p:cNvSpPr/>
            <p:nvPr/>
          </p:nvSpPr>
          <p:spPr>
            <a:xfrm>
              <a:off x="514378" y="3981984"/>
              <a:ext cx="74035" cy="34842"/>
            </a:xfrm>
            <a:custGeom>
              <a:rect b="b" l="l" r="r" t="t"/>
              <a:pathLst>
                <a:path extrusionOk="0" h="1814" w="3854">
                  <a:moveTo>
                    <a:pt x="161" y="1"/>
                  </a:moveTo>
                  <a:lnTo>
                    <a:pt x="1" y="423"/>
                  </a:lnTo>
                  <a:lnTo>
                    <a:pt x="3695" y="1813"/>
                  </a:lnTo>
                  <a:lnTo>
                    <a:pt x="3853" y="1393"/>
                  </a:lnTo>
                  <a:lnTo>
                    <a:pt x="16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6" name="Google Shape;286;p32"/>
          <p:cNvSpPr/>
          <p:nvPr/>
        </p:nvSpPr>
        <p:spPr>
          <a:xfrm>
            <a:off x="203686" y="3951798"/>
            <a:ext cx="320335" cy="329156"/>
          </a:xfrm>
          <a:custGeom>
            <a:rect b="b" l="l" r="r" t="t"/>
            <a:pathLst>
              <a:path extrusionOk="0" h="10299" w="10023">
                <a:moveTo>
                  <a:pt x="5149" y="1"/>
                </a:moveTo>
                <a:cubicBezTo>
                  <a:pt x="2309" y="1"/>
                  <a:pt x="1" y="2309"/>
                  <a:pt x="1" y="5149"/>
                </a:cubicBezTo>
                <a:cubicBezTo>
                  <a:pt x="1" y="7988"/>
                  <a:pt x="2309" y="10299"/>
                  <a:pt x="5149" y="10299"/>
                </a:cubicBezTo>
                <a:cubicBezTo>
                  <a:pt x="7411" y="10299"/>
                  <a:pt x="9333" y="8829"/>
                  <a:pt x="10022" y="6796"/>
                </a:cubicBezTo>
                <a:lnTo>
                  <a:pt x="7925" y="6796"/>
                </a:lnTo>
                <a:cubicBezTo>
                  <a:pt x="7360" y="7744"/>
                  <a:pt x="6328" y="8380"/>
                  <a:pt x="5149" y="8380"/>
                </a:cubicBezTo>
                <a:cubicBezTo>
                  <a:pt x="3368" y="8380"/>
                  <a:pt x="1917" y="6932"/>
                  <a:pt x="1917" y="5149"/>
                </a:cubicBezTo>
                <a:cubicBezTo>
                  <a:pt x="1917" y="3368"/>
                  <a:pt x="3368" y="1917"/>
                  <a:pt x="5149" y="1917"/>
                </a:cubicBezTo>
                <a:cubicBezTo>
                  <a:pt x="6328" y="1917"/>
                  <a:pt x="7360" y="2555"/>
                  <a:pt x="7925" y="3501"/>
                </a:cubicBezTo>
                <a:lnTo>
                  <a:pt x="10022" y="3501"/>
                </a:lnTo>
                <a:cubicBezTo>
                  <a:pt x="9333" y="1469"/>
                  <a:pt x="7411" y="1"/>
                  <a:pt x="514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32"/>
          <p:cNvSpPr txBox="1"/>
          <p:nvPr>
            <p:ph hasCustomPrompt="1" type="title"/>
          </p:nvPr>
        </p:nvSpPr>
        <p:spPr>
          <a:xfrm>
            <a:off x="1561950" y="1310113"/>
            <a:ext cx="6020100" cy="1321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9600"/>
              <a:buNone/>
              <a:defRPr b="1" sz="65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288" name="Google Shape;288;p32"/>
          <p:cNvSpPr txBox="1"/>
          <p:nvPr>
            <p:ph idx="1" type="subTitle"/>
          </p:nvPr>
        </p:nvSpPr>
        <p:spPr>
          <a:xfrm>
            <a:off x="1561950" y="2682863"/>
            <a:ext cx="6020100" cy="1150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289" name="Shape 289"/>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90" name="Shape 290"/>
        <p:cNvGrpSpPr/>
        <p:nvPr/>
      </p:nvGrpSpPr>
      <p:grpSpPr>
        <a:xfrm>
          <a:off x="0" y="0"/>
          <a:ext cx="0" cy="0"/>
          <a:chOff x="0" y="0"/>
          <a:chExt cx="0" cy="0"/>
        </a:xfrm>
      </p:grpSpPr>
      <p:sp>
        <p:nvSpPr>
          <p:cNvPr id="291" name="Google Shape;291;p34"/>
          <p:cNvSpPr/>
          <p:nvPr>
            <p:ph idx="2" type="pic"/>
          </p:nvPr>
        </p:nvSpPr>
        <p:spPr>
          <a:xfrm>
            <a:off x="-6875" y="0"/>
            <a:ext cx="9144000" cy="5157300"/>
          </a:xfrm>
          <a:prstGeom prst="rect">
            <a:avLst/>
          </a:prstGeom>
          <a:noFill/>
          <a:ln>
            <a:noFill/>
          </a:ln>
        </p:spPr>
      </p:sp>
      <p:sp>
        <p:nvSpPr>
          <p:cNvPr id="292" name="Google Shape;292;p34"/>
          <p:cNvSpPr txBox="1"/>
          <p:nvPr>
            <p:ph type="title"/>
          </p:nvPr>
        </p:nvSpPr>
        <p:spPr>
          <a:xfrm>
            <a:off x="720000" y="4038000"/>
            <a:ext cx="7704000" cy="572700"/>
          </a:xfrm>
          <a:prstGeom prst="rect">
            <a:avLst/>
          </a:prstGeom>
          <a:solidFill>
            <a:schemeClr val="dk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3000"/>
              <a:buNone/>
              <a:defRPr>
                <a:solidFill>
                  <a:schemeClr val="dk1"/>
                </a:solidFill>
              </a:defRPr>
            </a:lvl1pPr>
            <a:lvl2pPr lvl="1" algn="ctr">
              <a:lnSpc>
                <a:spcPct val="100000"/>
              </a:lnSpc>
              <a:spcBef>
                <a:spcPts val="0"/>
              </a:spcBef>
              <a:spcAft>
                <a:spcPts val="0"/>
              </a:spcAft>
              <a:buClr>
                <a:schemeClr val="dk1"/>
              </a:buClr>
              <a:buSzPts val="3500"/>
              <a:buNone/>
              <a:defRPr>
                <a:solidFill>
                  <a:schemeClr val="dk1"/>
                </a:solidFill>
              </a:defRPr>
            </a:lvl2pPr>
            <a:lvl3pPr lvl="2" algn="ctr">
              <a:lnSpc>
                <a:spcPct val="100000"/>
              </a:lnSpc>
              <a:spcBef>
                <a:spcPts val="0"/>
              </a:spcBef>
              <a:spcAft>
                <a:spcPts val="0"/>
              </a:spcAft>
              <a:buClr>
                <a:schemeClr val="dk1"/>
              </a:buClr>
              <a:buSzPts val="3500"/>
              <a:buNone/>
              <a:defRPr>
                <a:solidFill>
                  <a:schemeClr val="dk1"/>
                </a:solidFill>
              </a:defRPr>
            </a:lvl3pPr>
            <a:lvl4pPr lvl="3" algn="ctr">
              <a:lnSpc>
                <a:spcPct val="100000"/>
              </a:lnSpc>
              <a:spcBef>
                <a:spcPts val="0"/>
              </a:spcBef>
              <a:spcAft>
                <a:spcPts val="0"/>
              </a:spcAft>
              <a:buClr>
                <a:schemeClr val="dk1"/>
              </a:buClr>
              <a:buSzPts val="3500"/>
              <a:buNone/>
              <a:defRPr>
                <a:solidFill>
                  <a:schemeClr val="dk1"/>
                </a:solidFill>
              </a:defRPr>
            </a:lvl4pPr>
            <a:lvl5pPr lvl="4" algn="ctr">
              <a:lnSpc>
                <a:spcPct val="100000"/>
              </a:lnSpc>
              <a:spcBef>
                <a:spcPts val="0"/>
              </a:spcBef>
              <a:spcAft>
                <a:spcPts val="0"/>
              </a:spcAft>
              <a:buClr>
                <a:schemeClr val="dk1"/>
              </a:buClr>
              <a:buSzPts val="3500"/>
              <a:buNone/>
              <a:defRPr>
                <a:solidFill>
                  <a:schemeClr val="dk1"/>
                </a:solidFill>
              </a:defRPr>
            </a:lvl5pPr>
            <a:lvl6pPr lvl="5" algn="ctr">
              <a:lnSpc>
                <a:spcPct val="100000"/>
              </a:lnSpc>
              <a:spcBef>
                <a:spcPts val="0"/>
              </a:spcBef>
              <a:spcAft>
                <a:spcPts val="0"/>
              </a:spcAft>
              <a:buClr>
                <a:schemeClr val="dk1"/>
              </a:buClr>
              <a:buSzPts val="3500"/>
              <a:buNone/>
              <a:defRPr>
                <a:solidFill>
                  <a:schemeClr val="dk1"/>
                </a:solidFill>
              </a:defRPr>
            </a:lvl6pPr>
            <a:lvl7pPr lvl="6" algn="ctr">
              <a:lnSpc>
                <a:spcPct val="100000"/>
              </a:lnSpc>
              <a:spcBef>
                <a:spcPts val="0"/>
              </a:spcBef>
              <a:spcAft>
                <a:spcPts val="0"/>
              </a:spcAft>
              <a:buClr>
                <a:schemeClr val="dk1"/>
              </a:buClr>
              <a:buSzPts val="3500"/>
              <a:buNone/>
              <a:defRPr>
                <a:solidFill>
                  <a:schemeClr val="dk1"/>
                </a:solidFill>
              </a:defRPr>
            </a:lvl7pPr>
            <a:lvl8pPr lvl="7" algn="ctr">
              <a:lnSpc>
                <a:spcPct val="100000"/>
              </a:lnSpc>
              <a:spcBef>
                <a:spcPts val="0"/>
              </a:spcBef>
              <a:spcAft>
                <a:spcPts val="0"/>
              </a:spcAft>
              <a:buClr>
                <a:schemeClr val="dk1"/>
              </a:buClr>
              <a:buSzPts val="3500"/>
              <a:buNone/>
              <a:defRPr>
                <a:solidFill>
                  <a:schemeClr val="dk1"/>
                </a:solidFill>
              </a:defRPr>
            </a:lvl8pPr>
            <a:lvl9pPr lvl="8" algn="ctr">
              <a:lnSpc>
                <a:spcPct val="100000"/>
              </a:lnSpc>
              <a:spcBef>
                <a:spcPts val="0"/>
              </a:spcBef>
              <a:spcAft>
                <a:spcPts val="0"/>
              </a:spcAft>
              <a:buClr>
                <a:schemeClr val="dk1"/>
              </a:buClr>
              <a:buSzPts val="3500"/>
              <a:buNone/>
              <a:defRPr>
                <a:solidFill>
                  <a:schemeClr val="dk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93" name="Shape 293"/>
        <p:cNvGrpSpPr/>
        <p:nvPr/>
      </p:nvGrpSpPr>
      <p:grpSpPr>
        <a:xfrm>
          <a:off x="0" y="0"/>
          <a:ext cx="0" cy="0"/>
          <a:chOff x="0" y="0"/>
          <a:chExt cx="0" cy="0"/>
        </a:xfrm>
      </p:grpSpPr>
      <p:grpSp>
        <p:nvGrpSpPr>
          <p:cNvPr id="294" name="Google Shape;294;p35"/>
          <p:cNvGrpSpPr/>
          <p:nvPr/>
        </p:nvGrpSpPr>
        <p:grpSpPr>
          <a:xfrm>
            <a:off x="2273904" y="144296"/>
            <a:ext cx="345754" cy="576812"/>
            <a:chOff x="1188110" y="553396"/>
            <a:chExt cx="620854" cy="1035940"/>
          </a:xfrm>
        </p:grpSpPr>
        <p:sp>
          <p:nvSpPr>
            <p:cNvPr id="295" name="Google Shape;295;p35"/>
            <p:cNvSpPr/>
            <p:nvPr/>
          </p:nvSpPr>
          <p:spPr>
            <a:xfrm>
              <a:off x="1283836" y="945270"/>
              <a:ext cx="429359" cy="429359"/>
            </a:xfrm>
            <a:custGeom>
              <a:rect b="b" l="l" r="r" t="t"/>
              <a:pathLst>
                <a:path extrusionOk="0" h="12447" w="12447">
                  <a:moveTo>
                    <a:pt x="6224" y="0"/>
                  </a:moveTo>
                  <a:cubicBezTo>
                    <a:pt x="2787" y="0"/>
                    <a:pt x="0" y="2785"/>
                    <a:pt x="0" y="6223"/>
                  </a:cubicBezTo>
                  <a:cubicBezTo>
                    <a:pt x="0" y="9660"/>
                    <a:pt x="2787" y="12447"/>
                    <a:pt x="6224" y="12447"/>
                  </a:cubicBezTo>
                  <a:cubicBezTo>
                    <a:pt x="9661" y="12447"/>
                    <a:pt x="12446" y="9660"/>
                    <a:pt x="12446" y="6223"/>
                  </a:cubicBezTo>
                  <a:cubicBezTo>
                    <a:pt x="12446" y="2785"/>
                    <a:pt x="9661" y="0"/>
                    <a:pt x="622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35"/>
            <p:cNvSpPr/>
            <p:nvPr/>
          </p:nvSpPr>
          <p:spPr>
            <a:xfrm>
              <a:off x="1283836" y="1374605"/>
              <a:ext cx="429359" cy="214731"/>
            </a:xfrm>
            <a:custGeom>
              <a:rect b="b" l="l" r="r" t="t"/>
              <a:pathLst>
                <a:path extrusionOk="0" h="6225" w="12447">
                  <a:moveTo>
                    <a:pt x="6224" y="1"/>
                  </a:moveTo>
                  <a:cubicBezTo>
                    <a:pt x="2787" y="1"/>
                    <a:pt x="0" y="2787"/>
                    <a:pt x="0" y="6225"/>
                  </a:cubicBezTo>
                  <a:lnTo>
                    <a:pt x="12446" y="6225"/>
                  </a:lnTo>
                  <a:cubicBezTo>
                    <a:pt x="12446" y="2787"/>
                    <a:pt x="9661" y="1"/>
                    <a:pt x="6224"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35"/>
            <p:cNvSpPr/>
            <p:nvPr/>
          </p:nvSpPr>
          <p:spPr>
            <a:xfrm>
              <a:off x="1302567" y="553396"/>
              <a:ext cx="391898" cy="391898"/>
            </a:xfrm>
            <a:custGeom>
              <a:rect b="b" l="l" r="r" t="t"/>
              <a:pathLst>
                <a:path extrusionOk="0" h="11361" w="11361">
                  <a:moveTo>
                    <a:pt x="5681" y="1"/>
                  </a:moveTo>
                  <a:lnTo>
                    <a:pt x="0" y="5680"/>
                  </a:lnTo>
                  <a:lnTo>
                    <a:pt x="5681" y="11360"/>
                  </a:lnTo>
                  <a:lnTo>
                    <a:pt x="11360" y="5680"/>
                  </a:lnTo>
                  <a:lnTo>
                    <a:pt x="568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35"/>
            <p:cNvSpPr/>
            <p:nvPr/>
          </p:nvSpPr>
          <p:spPr>
            <a:xfrm>
              <a:off x="1723071" y="741537"/>
              <a:ext cx="85893" cy="15557"/>
            </a:xfrm>
            <a:custGeom>
              <a:rect b="b" l="l" r="r" t="t"/>
              <a:pathLst>
                <a:path extrusionOk="0" h="451" w="2490">
                  <a:moveTo>
                    <a:pt x="0" y="1"/>
                  </a:moveTo>
                  <a:lnTo>
                    <a:pt x="0" y="451"/>
                  </a:lnTo>
                  <a:lnTo>
                    <a:pt x="2490" y="451"/>
                  </a:lnTo>
                  <a:lnTo>
                    <a:pt x="249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35"/>
            <p:cNvSpPr/>
            <p:nvPr/>
          </p:nvSpPr>
          <p:spPr>
            <a:xfrm>
              <a:off x="1188110" y="741537"/>
              <a:ext cx="85927" cy="15557"/>
            </a:xfrm>
            <a:custGeom>
              <a:rect b="b" l="l" r="r" t="t"/>
              <a:pathLst>
                <a:path extrusionOk="0" h="451" w="2491">
                  <a:moveTo>
                    <a:pt x="1" y="1"/>
                  </a:moveTo>
                  <a:lnTo>
                    <a:pt x="1" y="451"/>
                  </a:lnTo>
                  <a:lnTo>
                    <a:pt x="2490" y="451"/>
                  </a:lnTo>
                  <a:lnTo>
                    <a:pt x="249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35"/>
            <p:cNvSpPr/>
            <p:nvPr/>
          </p:nvSpPr>
          <p:spPr>
            <a:xfrm>
              <a:off x="1659565" y="632668"/>
              <a:ext cx="132185" cy="62332"/>
            </a:xfrm>
            <a:custGeom>
              <a:rect b="b" l="l" r="r" t="t"/>
              <a:pathLst>
                <a:path extrusionOk="0" h="1807" w="3832">
                  <a:moveTo>
                    <a:pt x="3673" y="1"/>
                  </a:moveTo>
                  <a:lnTo>
                    <a:pt x="0" y="1384"/>
                  </a:lnTo>
                  <a:lnTo>
                    <a:pt x="158" y="1806"/>
                  </a:lnTo>
                  <a:lnTo>
                    <a:pt x="3831" y="421"/>
                  </a:lnTo>
                  <a:lnTo>
                    <a:pt x="3673"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35"/>
            <p:cNvSpPr/>
            <p:nvPr/>
          </p:nvSpPr>
          <p:spPr>
            <a:xfrm>
              <a:off x="1205288" y="803871"/>
              <a:ext cx="132012" cy="62263"/>
            </a:xfrm>
            <a:custGeom>
              <a:rect b="b" l="l" r="r" t="t"/>
              <a:pathLst>
                <a:path extrusionOk="0" h="1805" w="3827">
                  <a:moveTo>
                    <a:pt x="3666" y="1"/>
                  </a:moveTo>
                  <a:lnTo>
                    <a:pt x="0" y="1383"/>
                  </a:lnTo>
                  <a:lnTo>
                    <a:pt x="158" y="1805"/>
                  </a:lnTo>
                  <a:lnTo>
                    <a:pt x="3826" y="423"/>
                  </a:lnTo>
                  <a:lnTo>
                    <a:pt x="3666"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35"/>
            <p:cNvSpPr/>
            <p:nvPr/>
          </p:nvSpPr>
          <p:spPr>
            <a:xfrm>
              <a:off x="1658702" y="803388"/>
              <a:ext cx="132909" cy="62574"/>
            </a:xfrm>
            <a:custGeom>
              <a:rect b="b" l="l" r="r" t="t"/>
              <a:pathLst>
                <a:path extrusionOk="0" h="1814" w="3853">
                  <a:moveTo>
                    <a:pt x="161" y="1"/>
                  </a:moveTo>
                  <a:lnTo>
                    <a:pt x="1" y="421"/>
                  </a:lnTo>
                  <a:lnTo>
                    <a:pt x="3695" y="1814"/>
                  </a:lnTo>
                  <a:lnTo>
                    <a:pt x="3853" y="1392"/>
                  </a:lnTo>
                  <a:lnTo>
                    <a:pt x="16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35"/>
            <p:cNvSpPr/>
            <p:nvPr/>
          </p:nvSpPr>
          <p:spPr>
            <a:xfrm>
              <a:off x="1205323" y="632668"/>
              <a:ext cx="132944" cy="62574"/>
            </a:xfrm>
            <a:custGeom>
              <a:rect b="b" l="l" r="r" t="t"/>
              <a:pathLst>
                <a:path extrusionOk="0" h="1814" w="3854">
                  <a:moveTo>
                    <a:pt x="161" y="1"/>
                  </a:moveTo>
                  <a:lnTo>
                    <a:pt x="1" y="423"/>
                  </a:lnTo>
                  <a:lnTo>
                    <a:pt x="3695" y="1813"/>
                  </a:lnTo>
                  <a:lnTo>
                    <a:pt x="3853" y="1393"/>
                  </a:lnTo>
                  <a:lnTo>
                    <a:pt x="16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4" name="Google Shape;304;p35"/>
          <p:cNvGrpSpPr/>
          <p:nvPr/>
        </p:nvGrpSpPr>
        <p:grpSpPr>
          <a:xfrm>
            <a:off x="4176959" y="329657"/>
            <a:ext cx="450535" cy="410703"/>
            <a:chOff x="4708922" y="4403157"/>
            <a:chExt cx="450535" cy="410703"/>
          </a:xfrm>
        </p:grpSpPr>
        <p:sp>
          <p:nvSpPr>
            <p:cNvPr id="305" name="Google Shape;305;p35"/>
            <p:cNvSpPr/>
            <p:nvPr/>
          </p:nvSpPr>
          <p:spPr>
            <a:xfrm>
              <a:off x="4799768" y="4432514"/>
              <a:ext cx="139004" cy="179325"/>
            </a:xfrm>
            <a:custGeom>
              <a:rect b="b" l="l" r="r" t="t"/>
              <a:pathLst>
                <a:path extrusionOk="0" h="9175" w="7112">
                  <a:moveTo>
                    <a:pt x="481" y="0"/>
                  </a:moveTo>
                  <a:lnTo>
                    <a:pt x="1" y="360"/>
                  </a:lnTo>
                  <a:lnTo>
                    <a:pt x="6631" y="9174"/>
                  </a:lnTo>
                  <a:lnTo>
                    <a:pt x="7111" y="8814"/>
                  </a:lnTo>
                  <a:lnTo>
                    <a:pt x="4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35"/>
            <p:cNvSpPr/>
            <p:nvPr/>
          </p:nvSpPr>
          <p:spPr>
            <a:xfrm>
              <a:off x="4709117" y="4538548"/>
              <a:ext cx="226800" cy="75874"/>
            </a:xfrm>
            <a:custGeom>
              <a:rect b="b" l="l" r="r" t="t"/>
              <a:pathLst>
                <a:path extrusionOk="0" h="3882" w="11604">
                  <a:moveTo>
                    <a:pt x="168" y="1"/>
                  </a:moveTo>
                  <a:lnTo>
                    <a:pt x="1" y="578"/>
                  </a:lnTo>
                  <a:lnTo>
                    <a:pt x="11436" y="3881"/>
                  </a:lnTo>
                  <a:lnTo>
                    <a:pt x="11603" y="3305"/>
                  </a:lnTo>
                  <a:lnTo>
                    <a:pt x="16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35"/>
            <p:cNvSpPr/>
            <p:nvPr/>
          </p:nvSpPr>
          <p:spPr>
            <a:xfrm>
              <a:off x="4929295" y="4432612"/>
              <a:ext cx="139024" cy="179267"/>
            </a:xfrm>
            <a:custGeom>
              <a:rect b="b" l="l" r="r" t="t"/>
              <a:pathLst>
                <a:path extrusionOk="0" h="9172" w="7113">
                  <a:moveTo>
                    <a:pt x="6634" y="0"/>
                  </a:moveTo>
                  <a:lnTo>
                    <a:pt x="1" y="8811"/>
                  </a:lnTo>
                  <a:lnTo>
                    <a:pt x="479" y="9171"/>
                  </a:lnTo>
                  <a:lnTo>
                    <a:pt x="7113" y="361"/>
                  </a:lnTo>
                  <a:lnTo>
                    <a:pt x="663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35"/>
            <p:cNvSpPr/>
            <p:nvPr/>
          </p:nvSpPr>
          <p:spPr>
            <a:xfrm>
              <a:off x="4928201" y="4403157"/>
              <a:ext cx="11727" cy="205340"/>
            </a:xfrm>
            <a:custGeom>
              <a:rect b="b" l="l" r="r" t="t"/>
              <a:pathLst>
                <a:path extrusionOk="0" h="10506" w="600">
                  <a:moveTo>
                    <a:pt x="0" y="1"/>
                  </a:moveTo>
                  <a:lnTo>
                    <a:pt x="0" y="10506"/>
                  </a:lnTo>
                  <a:lnTo>
                    <a:pt x="600" y="10506"/>
                  </a:lnTo>
                  <a:lnTo>
                    <a:pt x="60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35"/>
            <p:cNvSpPr/>
            <p:nvPr/>
          </p:nvSpPr>
          <p:spPr>
            <a:xfrm>
              <a:off x="4932462" y="4538274"/>
              <a:ext cx="226781" cy="75796"/>
            </a:xfrm>
            <a:custGeom>
              <a:rect b="b" l="l" r="r" t="t"/>
              <a:pathLst>
                <a:path extrusionOk="0" h="3878" w="11603">
                  <a:moveTo>
                    <a:pt x="11437" y="1"/>
                  </a:moveTo>
                  <a:lnTo>
                    <a:pt x="0" y="3301"/>
                  </a:lnTo>
                  <a:lnTo>
                    <a:pt x="167" y="3878"/>
                  </a:lnTo>
                  <a:lnTo>
                    <a:pt x="11603" y="578"/>
                  </a:lnTo>
                  <a:lnTo>
                    <a:pt x="114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35"/>
            <p:cNvSpPr/>
            <p:nvPr/>
          </p:nvSpPr>
          <p:spPr>
            <a:xfrm>
              <a:off x="4799710" y="4604885"/>
              <a:ext cx="139063" cy="179286"/>
            </a:xfrm>
            <a:custGeom>
              <a:rect b="b" l="l" r="r" t="t"/>
              <a:pathLst>
                <a:path extrusionOk="0" h="9173" w="7115">
                  <a:moveTo>
                    <a:pt x="6636" y="0"/>
                  </a:moveTo>
                  <a:lnTo>
                    <a:pt x="0" y="8811"/>
                  </a:lnTo>
                  <a:lnTo>
                    <a:pt x="480" y="9173"/>
                  </a:lnTo>
                  <a:lnTo>
                    <a:pt x="7114" y="362"/>
                  </a:lnTo>
                  <a:lnTo>
                    <a:pt x="663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35"/>
            <p:cNvSpPr/>
            <p:nvPr/>
          </p:nvSpPr>
          <p:spPr>
            <a:xfrm>
              <a:off x="4708922" y="4602813"/>
              <a:ext cx="226820" cy="75796"/>
            </a:xfrm>
            <a:custGeom>
              <a:rect b="b" l="l" r="r" t="t"/>
              <a:pathLst>
                <a:path extrusionOk="0" h="3878" w="11605">
                  <a:moveTo>
                    <a:pt x="11437" y="1"/>
                  </a:moveTo>
                  <a:lnTo>
                    <a:pt x="0" y="3303"/>
                  </a:lnTo>
                  <a:lnTo>
                    <a:pt x="167" y="3878"/>
                  </a:lnTo>
                  <a:lnTo>
                    <a:pt x="11604" y="577"/>
                  </a:lnTo>
                  <a:lnTo>
                    <a:pt x="114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35"/>
            <p:cNvSpPr/>
            <p:nvPr/>
          </p:nvSpPr>
          <p:spPr>
            <a:xfrm>
              <a:off x="4929374" y="4604768"/>
              <a:ext cx="138945" cy="179345"/>
            </a:xfrm>
            <a:custGeom>
              <a:rect b="b" l="l" r="r" t="t"/>
              <a:pathLst>
                <a:path extrusionOk="0" h="9176" w="7109">
                  <a:moveTo>
                    <a:pt x="480" y="1"/>
                  </a:moveTo>
                  <a:lnTo>
                    <a:pt x="0" y="361"/>
                  </a:lnTo>
                  <a:lnTo>
                    <a:pt x="6630" y="9175"/>
                  </a:lnTo>
                  <a:lnTo>
                    <a:pt x="7109" y="8815"/>
                  </a:lnTo>
                  <a:lnTo>
                    <a:pt x="48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35"/>
            <p:cNvSpPr/>
            <p:nvPr/>
          </p:nvSpPr>
          <p:spPr>
            <a:xfrm>
              <a:off x="4928201" y="4608481"/>
              <a:ext cx="11727" cy="205379"/>
            </a:xfrm>
            <a:custGeom>
              <a:rect b="b" l="l" r="r" t="t"/>
              <a:pathLst>
                <a:path extrusionOk="0" h="10508" w="600">
                  <a:moveTo>
                    <a:pt x="0" y="1"/>
                  </a:moveTo>
                  <a:lnTo>
                    <a:pt x="0" y="10508"/>
                  </a:lnTo>
                  <a:lnTo>
                    <a:pt x="600" y="10508"/>
                  </a:lnTo>
                  <a:lnTo>
                    <a:pt x="60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35"/>
            <p:cNvSpPr/>
            <p:nvPr/>
          </p:nvSpPr>
          <p:spPr>
            <a:xfrm>
              <a:off x="4932657" y="4603126"/>
              <a:ext cx="226800" cy="75835"/>
            </a:xfrm>
            <a:custGeom>
              <a:rect b="b" l="l" r="r" t="t"/>
              <a:pathLst>
                <a:path extrusionOk="0" h="3880" w="11604">
                  <a:moveTo>
                    <a:pt x="168" y="1"/>
                  </a:moveTo>
                  <a:lnTo>
                    <a:pt x="1" y="577"/>
                  </a:lnTo>
                  <a:lnTo>
                    <a:pt x="11436" y="3879"/>
                  </a:lnTo>
                  <a:lnTo>
                    <a:pt x="11603" y="3302"/>
                  </a:lnTo>
                  <a:lnTo>
                    <a:pt x="16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35"/>
            <p:cNvSpPr/>
            <p:nvPr/>
          </p:nvSpPr>
          <p:spPr>
            <a:xfrm>
              <a:off x="4735992" y="4484251"/>
              <a:ext cx="396138" cy="248515"/>
            </a:xfrm>
            <a:custGeom>
              <a:rect b="b" l="l" r="r" t="t"/>
              <a:pathLst>
                <a:path extrusionOk="0" h="12715" w="20268">
                  <a:moveTo>
                    <a:pt x="10135" y="1"/>
                  </a:moveTo>
                  <a:cubicBezTo>
                    <a:pt x="3536" y="1"/>
                    <a:pt x="1" y="6359"/>
                    <a:pt x="1" y="6359"/>
                  </a:cubicBezTo>
                  <a:cubicBezTo>
                    <a:pt x="1" y="6359"/>
                    <a:pt x="3536" y="12714"/>
                    <a:pt x="10135" y="12714"/>
                  </a:cubicBezTo>
                  <a:cubicBezTo>
                    <a:pt x="16734" y="12714"/>
                    <a:pt x="20268" y="6359"/>
                    <a:pt x="20268" y="6359"/>
                  </a:cubicBezTo>
                  <a:cubicBezTo>
                    <a:pt x="20268" y="6359"/>
                    <a:pt x="16734" y="1"/>
                    <a:pt x="1013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35"/>
            <p:cNvSpPr/>
            <p:nvPr/>
          </p:nvSpPr>
          <p:spPr>
            <a:xfrm>
              <a:off x="4823242" y="4507530"/>
              <a:ext cx="221679" cy="201978"/>
            </a:xfrm>
            <a:custGeom>
              <a:rect b="b" l="l" r="r" t="t"/>
              <a:pathLst>
                <a:path extrusionOk="0" h="10334" w="11342">
                  <a:moveTo>
                    <a:pt x="5671" y="0"/>
                  </a:moveTo>
                  <a:cubicBezTo>
                    <a:pt x="4349" y="0"/>
                    <a:pt x="3027" y="505"/>
                    <a:pt x="2017" y="1514"/>
                  </a:cubicBezTo>
                  <a:cubicBezTo>
                    <a:pt x="1" y="3531"/>
                    <a:pt x="1" y="6803"/>
                    <a:pt x="2017" y="8819"/>
                  </a:cubicBezTo>
                  <a:cubicBezTo>
                    <a:pt x="3027" y="9829"/>
                    <a:pt x="4349" y="10333"/>
                    <a:pt x="5671" y="10333"/>
                  </a:cubicBezTo>
                  <a:cubicBezTo>
                    <a:pt x="6993" y="10333"/>
                    <a:pt x="8315" y="9829"/>
                    <a:pt x="9325" y="8819"/>
                  </a:cubicBezTo>
                  <a:cubicBezTo>
                    <a:pt x="11341" y="6803"/>
                    <a:pt x="11341" y="3531"/>
                    <a:pt x="9325" y="1514"/>
                  </a:cubicBezTo>
                  <a:cubicBezTo>
                    <a:pt x="8315" y="505"/>
                    <a:pt x="6993" y="0"/>
                    <a:pt x="567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35"/>
            <p:cNvSpPr/>
            <p:nvPr/>
          </p:nvSpPr>
          <p:spPr>
            <a:xfrm>
              <a:off x="4833113" y="4507530"/>
              <a:ext cx="201900" cy="201900"/>
            </a:xfrm>
            <a:custGeom>
              <a:rect b="b" l="l" r="r" t="t"/>
              <a:pathLst>
                <a:path extrusionOk="0" h="10330" w="10330">
                  <a:moveTo>
                    <a:pt x="5166" y="0"/>
                  </a:moveTo>
                  <a:lnTo>
                    <a:pt x="4035" y="4035"/>
                  </a:lnTo>
                  <a:lnTo>
                    <a:pt x="0" y="5166"/>
                  </a:lnTo>
                  <a:lnTo>
                    <a:pt x="4035" y="6295"/>
                  </a:lnTo>
                  <a:lnTo>
                    <a:pt x="5166" y="10330"/>
                  </a:lnTo>
                  <a:lnTo>
                    <a:pt x="6295" y="6295"/>
                  </a:lnTo>
                  <a:lnTo>
                    <a:pt x="10330" y="5166"/>
                  </a:lnTo>
                  <a:lnTo>
                    <a:pt x="6295" y="4035"/>
                  </a:lnTo>
                  <a:lnTo>
                    <a:pt x="5166"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8" name="Google Shape;318;p35"/>
          <p:cNvGrpSpPr/>
          <p:nvPr/>
        </p:nvGrpSpPr>
        <p:grpSpPr>
          <a:xfrm>
            <a:off x="509765" y="2851863"/>
            <a:ext cx="410682" cy="410682"/>
            <a:chOff x="2946260" y="1813841"/>
            <a:chExt cx="564511" cy="564511"/>
          </a:xfrm>
        </p:grpSpPr>
        <p:sp>
          <p:nvSpPr>
            <p:cNvPr id="319" name="Google Shape;319;p35"/>
            <p:cNvSpPr/>
            <p:nvPr/>
          </p:nvSpPr>
          <p:spPr>
            <a:xfrm>
              <a:off x="2946260" y="1813841"/>
              <a:ext cx="564511" cy="564511"/>
            </a:xfrm>
            <a:custGeom>
              <a:rect b="b" l="l" r="r" t="t"/>
              <a:pathLst>
                <a:path extrusionOk="0" h="16365" w="16365">
                  <a:moveTo>
                    <a:pt x="8182" y="1"/>
                  </a:moveTo>
                  <a:cubicBezTo>
                    <a:pt x="3663" y="1"/>
                    <a:pt x="1" y="3663"/>
                    <a:pt x="1" y="8183"/>
                  </a:cubicBezTo>
                  <a:cubicBezTo>
                    <a:pt x="1" y="10353"/>
                    <a:pt x="862" y="12435"/>
                    <a:pt x="2397" y="13968"/>
                  </a:cubicBezTo>
                  <a:cubicBezTo>
                    <a:pt x="3930" y="15503"/>
                    <a:pt x="6012" y="16364"/>
                    <a:pt x="8182" y="16364"/>
                  </a:cubicBezTo>
                  <a:cubicBezTo>
                    <a:pt x="10353" y="16364"/>
                    <a:pt x="12433" y="15503"/>
                    <a:pt x="13968" y="13968"/>
                  </a:cubicBezTo>
                  <a:cubicBezTo>
                    <a:pt x="15503" y="12435"/>
                    <a:pt x="16364" y="10353"/>
                    <a:pt x="16364" y="8183"/>
                  </a:cubicBezTo>
                  <a:cubicBezTo>
                    <a:pt x="16364" y="6012"/>
                    <a:pt x="15503" y="3932"/>
                    <a:pt x="13968" y="2397"/>
                  </a:cubicBezTo>
                  <a:cubicBezTo>
                    <a:pt x="12433" y="862"/>
                    <a:pt x="10353" y="1"/>
                    <a:pt x="818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35"/>
            <p:cNvSpPr/>
            <p:nvPr/>
          </p:nvSpPr>
          <p:spPr>
            <a:xfrm>
              <a:off x="3029120" y="1896770"/>
              <a:ext cx="398728" cy="398728"/>
            </a:xfrm>
            <a:custGeom>
              <a:rect b="b" l="l" r="r" t="t"/>
              <a:pathLst>
                <a:path extrusionOk="0" h="11559" w="11559">
                  <a:moveTo>
                    <a:pt x="0" y="0"/>
                  </a:moveTo>
                  <a:lnTo>
                    <a:pt x="0" y="11558"/>
                  </a:lnTo>
                  <a:lnTo>
                    <a:pt x="11559" y="11558"/>
                  </a:lnTo>
                  <a:lnTo>
                    <a:pt x="1155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35"/>
            <p:cNvSpPr/>
            <p:nvPr/>
          </p:nvSpPr>
          <p:spPr>
            <a:xfrm>
              <a:off x="3032259" y="1899909"/>
              <a:ext cx="392450" cy="392450"/>
            </a:xfrm>
            <a:custGeom>
              <a:rect b="b" l="l" r="r" t="t"/>
              <a:pathLst>
                <a:path extrusionOk="0" h="11377" w="11377">
                  <a:moveTo>
                    <a:pt x="5689" y="0"/>
                  </a:moveTo>
                  <a:lnTo>
                    <a:pt x="1" y="5688"/>
                  </a:lnTo>
                  <a:lnTo>
                    <a:pt x="5689" y="11376"/>
                  </a:lnTo>
                  <a:lnTo>
                    <a:pt x="11376" y="5688"/>
                  </a:lnTo>
                  <a:lnTo>
                    <a:pt x="568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2" name="Google Shape;322;p35"/>
          <p:cNvGrpSpPr/>
          <p:nvPr/>
        </p:nvGrpSpPr>
        <p:grpSpPr>
          <a:xfrm rot="10800000">
            <a:off x="238301" y="610178"/>
            <a:ext cx="805965" cy="1173807"/>
            <a:chOff x="6849501" y="3770539"/>
            <a:chExt cx="805965" cy="1173807"/>
          </a:xfrm>
        </p:grpSpPr>
        <p:sp>
          <p:nvSpPr>
            <p:cNvPr id="323" name="Google Shape;323;p35"/>
            <p:cNvSpPr/>
            <p:nvPr/>
          </p:nvSpPr>
          <p:spPr>
            <a:xfrm rot="-5400000">
              <a:off x="6938329" y="4393761"/>
              <a:ext cx="551032" cy="550137"/>
            </a:xfrm>
            <a:custGeom>
              <a:rect b="b" l="l" r="r" t="t"/>
              <a:pathLst>
                <a:path extrusionOk="0" h="30095" w="30144">
                  <a:moveTo>
                    <a:pt x="1" y="1"/>
                  </a:moveTo>
                  <a:lnTo>
                    <a:pt x="1" y="10024"/>
                  </a:lnTo>
                  <a:lnTo>
                    <a:pt x="10518" y="10024"/>
                  </a:lnTo>
                  <a:lnTo>
                    <a:pt x="10518" y="20046"/>
                  </a:lnTo>
                  <a:lnTo>
                    <a:pt x="20095" y="20046"/>
                  </a:lnTo>
                  <a:lnTo>
                    <a:pt x="20095" y="30094"/>
                  </a:lnTo>
                  <a:lnTo>
                    <a:pt x="30143" y="30094"/>
                  </a:lnTo>
                  <a:lnTo>
                    <a:pt x="30143" y="20046"/>
                  </a:lnTo>
                  <a:lnTo>
                    <a:pt x="30143" y="10024"/>
                  </a:lnTo>
                  <a:lnTo>
                    <a:pt x="30143"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35"/>
            <p:cNvSpPr/>
            <p:nvPr/>
          </p:nvSpPr>
          <p:spPr>
            <a:xfrm rot="-5400000">
              <a:off x="6781024" y="3839016"/>
              <a:ext cx="942919" cy="805965"/>
            </a:xfrm>
            <a:custGeom>
              <a:rect b="b" l="l" r="r" t="t"/>
              <a:pathLst>
                <a:path extrusionOk="0" h="44090" w="51582">
                  <a:moveTo>
                    <a:pt x="22045" y="0"/>
                  </a:moveTo>
                  <a:cubicBezTo>
                    <a:pt x="9891" y="0"/>
                    <a:pt x="1" y="9890"/>
                    <a:pt x="1" y="22045"/>
                  </a:cubicBezTo>
                  <a:cubicBezTo>
                    <a:pt x="1" y="34199"/>
                    <a:pt x="9891" y="44089"/>
                    <a:pt x="22045" y="44089"/>
                  </a:cubicBezTo>
                  <a:lnTo>
                    <a:pt x="51581" y="44089"/>
                  </a:lnTo>
                  <a:lnTo>
                    <a:pt x="51581" y="43639"/>
                  </a:lnTo>
                  <a:lnTo>
                    <a:pt x="22045" y="43639"/>
                  </a:lnTo>
                  <a:cubicBezTo>
                    <a:pt x="10139" y="43639"/>
                    <a:pt x="451" y="33951"/>
                    <a:pt x="451" y="22045"/>
                  </a:cubicBezTo>
                  <a:cubicBezTo>
                    <a:pt x="451" y="10138"/>
                    <a:pt x="10139" y="451"/>
                    <a:pt x="22045" y="451"/>
                  </a:cubicBezTo>
                  <a:lnTo>
                    <a:pt x="51581" y="451"/>
                  </a:lnTo>
                  <a:lnTo>
                    <a:pt x="515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35"/>
            <p:cNvSpPr/>
            <p:nvPr/>
          </p:nvSpPr>
          <p:spPr>
            <a:xfrm rot="-5400000">
              <a:off x="6805472" y="3863449"/>
              <a:ext cx="894002" cy="708185"/>
            </a:xfrm>
            <a:custGeom>
              <a:rect b="b" l="l" r="r" t="t"/>
              <a:pathLst>
                <a:path extrusionOk="0" h="38741" w="48906">
                  <a:moveTo>
                    <a:pt x="19369" y="1"/>
                  </a:moveTo>
                  <a:cubicBezTo>
                    <a:pt x="8690" y="1"/>
                    <a:pt x="1" y="8690"/>
                    <a:pt x="1" y="19371"/>
                  </a:cubicBezTo>
                  <a:cubicBezTo>
                    <a:pt x="1" y="30052"/>
                    <a:pt x="8690" y="38741"/>
                    <a:pt x="19369" y="38741"/>
                  </a:cubicBezTo>
                  <a:lnTo>
                    <a:pt x="48905" y="38741"/>
                  </a:lnTo>
                  <a:lnTo>
                    <a:pt x="48905" y="38291"/>
                  </a:lnTo>
                  <a:lnTo>
                    <a:pt x="19369" y="38291"/>
                  </a:lnTo>
                  <a:cubicBezTo>
                    <a:pt x="8938" y="38291"/>
                    <a:pt x="449" y="29804"/>
                    <a:pt x="449" y="19371"/>
                  </a:cubicBezTo>
                  <a:cubicBezTo>
                    <a:pt x="449" y="8938"/>
                    <a:pt x="8938" y="451"/>
                    <a:pt x="19369" y="451"/>
                  </a:cubicBezTo>
                  <a:lnTo>
                    <a:pt x="48905" y="451"/>
                  </a:lnTo>
                  <a:lnTo>
                    <a:pt x="4890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35"/>
            <p:cNvSpPr/>
            <p:nvPr/>
          </p:nvSpPr>
          <p:spPr>
            <a:xfrm rot="-5400000">
              <a:off x="6829910" y="3887891"/>
              <a:ext cx="845121" cy="610424"/>
            </a:xfrm>
            <a:custGeom>
              <a:rect b="b" l="l" r="r" t="t"/>
              <a:pathLst>
                <a:path extrusionOk="0" h="33393" w="46232">
                  <a:moveTo>
                    <a:pt x="16695" y="1"/>
                  </a:moveTo>
                  <a:cubicBezTo>
                    <a:pt x="7489" y="1"/>
                    <a:pt x="1" y="7491"/>
                    <a:pt x="1" y="16697"/>
                  </a:cubicBezTo>
                  <a:cubicBezTo>
                    <a:pt x="1" y="25903"/>
                    <a:pt x="7489" y="33393"/>
                    <a:pt x="16695" y="33393"/>
                  </a:cubicBezTo>
                  <a:lnTo>
                    <a:pt x="46231" y="33393"/>
                  </a:lnTo>
                  <a:lnTo>
                    <a:pt x="46231" y="32943"/>
                  </a:lnTo>
                  <a:lnTo>
                    <a:pt x="16695" y="32943"/>
                  </a:lnTo>
                  <a:cubicBezTo>
                    <a:pt x="7737" y="32943"/>
                    <a:pt x="449" y="25655"/>
                    <a:pt x="449" y="16697"/>
                  </a:cubicBezTo>
                  <a:cubicBezTo>
                    <a:pt x="449" y="7739"/>
                    <a:pt x="7737" y="451"/>
                    <a:pt x="16695" y="451"/>
                  </a:cubicBezTo>
                  <a:lnTo>
                    <a:pt x="46231" y="451"/>
                  </a:lnTo>
                  <a:lnTo>
                    <a:pt x="4623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35"/>
            <p:cNvSpPr/>
            <p:nvPr/>
          </p:nvSpPr>
          <p:spPr>
            <a:xfrm rot="-5400000">
              <a:off x="6854349" y="3912352"/>
              <a:ext cx="796222" cy="512608"/>
            </a:xfrm>
            <a:custGeom>
              <a:rect b="b" l="l" r="r" t="t"/>
              <a:pathLst>
                <a:path extrusionOk="0" h="28042" w="43557">
                  <a:moveTo>
                    <a:pt x="14022" y="0"/>
                  </a:moveTo>
                  <a:cubicBezTo>
                    <a:pt x="6289" y="0"/>
                    <a:pt x="0" y="6291"/>
                    <a:pt x="0" y="14022"/>
                  </a:cubicBezTo>
                  <a:cubicBezTo>
                    <a:pt x="0" y="21753"/>
                    <a:pt x="6289" y="28042"/>
                    <a:pt x="14022" y="28042"/>
                  </a:cubicBezTo>
                  <a:lnTo>
                    <a:pt x="43556" y="28042"/>
                  </a:lnTo>
                  <a:lnTo>
                    <a:pt x="43556" y="27593"/>
                  </a:lnTo>
                  <a:lnTo>
                    <a:pt x="14022" y="27593"/>
                  </a:lnTo>
                  <a:cubicBezTo>
                    <a:pt x="6537" y="27593"/>
                    <a:pt x="450" y="21505"/>
                    <a:pt x="450" y="14022"/>
                  </a:cubicBezTo>
                  <a:cubicBezTo>
                    <a:pt x="450" y="6539"/>
                    <a:pt x="6537" y="450"/>
                    <a:pt x="14022" y="450"/>
                  </a:cubicBezTo>
                  <a:lnTo>
                    <a:pt x="43556" y="450"/>
                  </a:lnTo>
                  <a:lnTo>
                    <a:pt x="4355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35"/>
            <p:cNvSpPr/>
            <p:nvPr/>
          </p:nvSpPr>
          <p:spPr>
            <a:xfrm rot="-5400000">
              <a:off x="6878806" y="3936776"/>
              <a:ext cx="747341" cy="414883"/>
            </a:xfrm>
            <a:custGeom>
              <a:rect b="b" l="l" r="r" t="t"/>
              <a:pathLst>
                <a:path extrusionOk="0" h="22696" w="40883">
                  <a:moveTo>
                    <a:pt x="11348" y="0"/>
                  </a:moveTo>
                  <a:cubicBezTo>
                    <a:pt x="5090" y="0"/>
                    <a:pt x="0" y="5090"/>
                    <a:pt x="0" y="11348"/>
                  </a:cubicBezTo>
                  <a:cubicBezTo>
                    <a:pt x="0" y="17603"/>
                    <a:pt x="5090" y="22695"/>
                    <a:pt x="11348" y="22695"/>
                  </a:cubicBezTo>
                  <a:lnTo>
                    <a:pt x="40882" y="22695"/>
                  </a:lnTo>
                  <a:lnTo>
                    <a:pt x="40882" y="22245"/>
                  </a:lnTo>
                  <a:lnTo>
                    <a:pt x="11348" y="22245"/>
                  </a:lnTo>
                  <a:cubicBezTo>
                    <a:pt x="5338" y="22245"/>
                    <a:pt x="451" y="17357"/>
                    <a:pt x="451" y="11348"/>
                  </a:cubicBezTo>
                  <a:cubicBezTo>
                    <a:pt x="451" y="5338"/>
                    <a:pt x="5338" y="450"/>
                    <a:pt x="11348" y="450"/>
                  </a:cubicBezTo>
                  <a:lnTo>
                    <a:pt x="40882" y="450"/>
                  </a:lnTo>
                  <a:lnTo>
                    <a:pt x="4088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9" name="Google Shape;329;p35"/>
          <p:cNvGrpSpPr/>
          <p:nvPr/>
        </p:nvGrpSpPr>
        <p:grpSpPr>
          <a:xfrm>
            <a:off x="381611" y="4506967"/>
            <a:ext cx="1517234" cy="203069"/>
            <a:chOff x="4175574" y="433467"/>
            <a:chExt cx="1517234" cy="203069"/>
          </a:xfrm>
        </p:grpSpPr>
        <p:sp>
          <p:nvSpPr>
            <p:cNvPr id="330" name="Google Shape;330;p35"/>
            <p:cNvSpPr/>
            <p:nvPr/>
          </p:nvSpPr>
          <p:spPr>
            <a:xfrm rot="10800000">
              <a:off x="4175574" y="502644"/>
              <a:ext cx="65443" cy="65416"/>
            </a:xfrm>
            <a:custGeom>
              <a:rect b="b" l="l" r="r" t="t"/>
              <a:pathLst>
                <a:path extrusionOk="0" h="2417" w="2418">
                  <a:moveTo>
                    <a:pt x="1210" y="1"/>
                  </a:moveTo>
                  <a:cubicBezTo>
                    <a:pt x="542" y="1"/>
                    <a:pt x="0" y="540"/>
                    <a:pt x="0" y="1209"/>
                  </a:cubicBezTo>
                  <a:cubicBezTo>
                    <a:pt x="0" y="1877"/>
                    <a:pt x="542" y="2416"/>
                    <a:pt x="1210" y="2416"/>
                  </a:cubicBezTo>
                  <a:cubicBezTo>
                    <a:pt x="1876" y="2416"/>
                    <a:pt x="2418" y="1877"/>
                    <a:pt x="2418" y="1209"/>
                  </a:cubicBezTo>
                  <a:cubicBezTo>
                    <a:pt x="2418" y="542"/>
                    <a:pt x="1876" y="1"/>
                    <a:pt x="121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35"/>
            <p:cNvSpPr/>
            <p:nvPr/>
          </p:nvSpPr>
          <p:spPr>
            <a:xfrm rot="10800000">
              <a:off x="4280609" y="528923"/>
              <a:ext cx="1307158" cy="12152"/>
            </a:xfrm>
            <a:custGeom>
              <a:rect b="b" l="l" r="r" t="t"/>
              <a:pathLst>
                <a:path extrusionOk="0" h="449" w="48297">
                  <a:moveTo>
                    <a:pt x="0" y="1"/>
                  </a:moveTo>
                  <a:lnTo>
                    <a:pt x="0" y="449"/>
                  </a:lnTo>
                  <a:lnTo>
                    <a:pt x="48297" y="449"/>
                  </a:lnTo>
                  <a:lnTo>
                    <a:pt x="4829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35"/>
            <p:cNvSpPr/>
            <p:nvPr/>
          </p:nvSpPr>
          <p:spPr>
            <a:xfrm rot="10800000">
              <a:off x="4832644" y="433467"/>
              <a:ext cx="203069" cy="203069"/>
            </a:xfrm>
            <a:custGeom>
              <a:rect b="b" l="l" r="r" t="t"/>
              <a:pathLst>
                <a:path extrusionOk="0" h="7503" w="7503">
                  <a:moveTo>
                    <a:pt x="3750" y="1"/>
                  </a:moveTo>
                  <a:lnTo>
                    <a:pt x="0" y="3753"/>
                  </a:lnTo>
                  <a:lnTo>
                    <a:pt x="3750" y="7503"/>
                  </a:lnTo>
                  <a:lnTo>
                    <a:pt x="7503" y="3753"/>
                  </a:lnTo>
                  <a:lnTo>
                    <a:pt x="375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35"/>
            <p:cNvSpPr/>
            <p:nvPr/>
          </p:nvSpPr>
          <p:spPr>
            <a:xfrm rot="10800000">
              <a:off x="4797131" y="454388"/>
              <a:ext cx="12179" cy="161199"/>
            </a:xfrm>
            <a:custGeom>
              <a:rect b="b" l="l" r="r" t="t"/>
              <a:pathLst>
                <a:path extrusionOk="0" h="5956" w="450">
                  <a:moveTo>
                    <a:pt x="1" y="0"/>
                  </a:moveTo>
                  <a:lnTo>
                    <a:pt x="1" y="5955"/>
                  </a:lnTo>
                  <a:lnTo>
                    <a:pt x="449" y="5955"/>
                  </a:lnTo>
                  <a:lnTo>
                    <a:pt x="44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35"/>
            <p:cNvSpPr/>
            <p:nvPr/>
          </p:nvSpPr>
          <p:spPr>
            <a:xfrm rot="10800000">
              <a:off x="4748305" y="481669"/>
              <a:ext cx="12233" cy="106663"/>
            </a:xfrm>
            <a:custGeom>
              <a:rect b="b" l="l" r="r" t="t"/>
              <a:pathLst>
                <a:path extrusionOk="0" h="3941" w="452">
                  <a:moveTo>
                    <a:pt x="1" y="1"/>
                  </a:moveTo>
                  <a:lnTo>
                    <a:pt x="1" y="3941"/>
                  </a:lnTo>
                  <a:lnTo>
                    <a:pt x="451" y="3941"/>
                  </a:lnTo>
                  <a:lnTo>
                    <a:pt x="45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35"/>
            <p:cNvSpPr/>
            <p:nvPr/>
          </p:nvSpPr>
          <p:spPr>
            <a:xfrm rot="10800000">
              <a:off x="4566725" y="482562"/>
              <a:ext cx="104850" cy="104850"/>
            </a:xfrm>
            <a:custGeom>
              <a:rect b="b" l="l" r="r" t="t"/>
              <a:pathLst>
                <a:path extrusionOk="0" h="3874" w="3874">
                  <a:moveTo>
                    <a:pt x="3553" y="0"/>
                  </a:moveTo>
                  <a:lnTo>
                    <a:pt x="0" y="3555"/>
                  </a:lnTo>
                  <a:lnTo>
                    <a:pt x="318" y="3873"/>
                  </a:lnTo>
                  <a:lnTo>
                    <a:pt x="3873" y="318"/>
                  </a:lnTo>
                  <a:lnTo>
                    <a:pt x="3553"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35"/>
            <p:cNvSpPr/>
            <p:nvPr/>
          </p:nvSpPr>
          <p:spPr>
            <a:xfrm rot="10800000">
              <a:off x="4566779" y="482562"/>
              <a:ext cx="104796" cy="104850"/>
            </a:xfrm>
            <a:custGeom>
              <a:rect b="b" l="l" r="r" t="t"/>
              <a:pathLst>
                <a:path extrusionOk="0" h="3874" w="3872">
                  <a:moveTo>
                    <a:pt x="318" y="0"/>
                  </a:moveTo>
                  <a:lnTo>
                    <a:pt x="0" y="320"/>
                  </a:lnTo>
                  <a:lnTo>
                    <a:pt x="3553" y="3873"/>
                  </a:lnTo>
                  <a:lnTo>
                    <a:pt x="3872" y="3555"/>
                  </a:lnTo>
                  <a:lnTo>
                    <a:pt x="31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35"/>
            <p:cNvSpPr/>
            <p:nvPr/>
          </p:nvSpPr>
          <p:spPr>
            <a:xfrm rot="10800000">
              <a:off x="4398459" y="460829"/>
              <a:ext cx="101061" cy="145204"/>
            </a:xfrm>
            <a:custGeom>
              <a:rect b="b" l="l" r="r" t="t"/>
              <a:pathLst>
                <a:path extrusionOk="0" h="5365" w="3734">
                  <a:moveTo>
                    <a:pt x="2682" y="1"/>
                  </a:moveTo>
                  <a:cubicBezTo>
                    <a:pt x="1202" y="1"/>
                    <a:pt x="1" y="1202"/>
                    <a:pt x="1" y="2682"/>
                  </a:cubicBezTo>
                  <a:cubicBezTo>
                    <a:pt x="1" y="4164"/>
                    <a:pt x="1202" y="5365"/>
                    <a:pt x="2682" y="5365"/>
                  </a:cubicBezTo>
                  <a:cubicBezTo>
                    <a:pt x="3055" y="5365"/>
                    <a:pt x="3410" y="5288"/>
                    <a:pt x="3733" y="5150"/>
                  </a:cubicBezTo>
                  <a:cubicBezTo>
                    <a:pt x="2775" y="4741"/>
                    <a:pt x="2102" y="3791"/>
                    <a:pt x="2102" y="2682"/>
                  </a:cubicBezTo>
                  <a:cubicBezTo>
                    <a:pt x="2102" y="1574"/>
                    <a:pt x="2775" y="623"/>
                    <a:pt x="3733" y="215"/>
                  </a:cubicBezTo>
                  <a:cubicBezTo>
                    <a:pt x="3410" y="76"/>
                    <a:pt x="3055" y="1"/>
                    <a:pt x="268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35"/>
            <p:cNvSpPr/>
            <p:nvPr/>
          </p:nvSpPr>
          <p:spPr>
            <a:xfrm rot="10800000">
              <a:off x="4203588" y="453955"/>
              <a:ext cx="123092" cy="162065"/>
            </a:xfrm>
            <a:custGeom>
              <a:rect b="b" l="l" r="r" t="t"/>
              <a:pathLst>
                <a:path extrusionOk="0" h="5988" w="4548">
                  <a:moveTo>
                    <a:pt x="1" y="0"/>
                  </a:moveTo>
                  <a:lnTo>
                    <a:pt x="1" y="5987"/>
                  </a:lnTo>
                  <a:lnTo>
                    <a:pt x="4547" y="2995"/>
                  </a:lnTo>
                  <a:lnTo>
                    <a:pt x="1"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35"/>
            <p:cNvSpPr/>
            <p:nvPr/>
          </p:nvSpPr>
          <p:spPr>
            <a:xfrm rot="10800000">
              <a:off x="5627392" y="502644"/>
              <a:ext cx="65416" cy="65416"/>
            </a:xfrm>
            <a:custGeom>
              <a:rect b="b" l="l" r="r" t="t"/>
              <a:pathLst>
                <a:path extrusionOk="0" h="2417" w="2417">
                  <a:moveTo>
                    <a:pt x="1209" y="1"/>
                  </a:moveTo>
                  <a:cubicBezTo>
                    <a:pt x="541" y="1"/>
                    <a:pt x="1" y="540"/>
                    <a:pt x="1" y="1209"/>
                  </a:cubicBezTo>
                  <a:cubicBezTo>
                    <a:pt x="1" y="1877"/>
                    <a:pt x="541" y="2416"/>
                    <a:pt x="1209" y="2416"/>
                  </a:cubicBezTo>
                  <a:cubicBezTo>
                    <a:pt x="1875" y="2416"/>
                    <a:pt x="2417" y="1877"/>
                    <a:pt x="2417" y="1209"/>
                  </a:cubicBezTo>
                  <a:cubicBezTo>
                    <a:pt x="2417" y="542"/>
                    <a:pt x="1875" y="1"/>
                    <a:pt x="120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35"/>
            <p:cNvSpPr/>
            <p:nvPr/>
          </p:nvSpPr>
          <p:spPr>
            <a:xfrm rot="10800000">
              <a:off x="5059071" y="454388"/>
              <a:ext cx="12206" cy="161199"/>
            </a:xfrm>
            <a:custGeom>
              <a:rect b="b" l="l" r="r" t="t"/>
              <a:pathLst>
                <a:path extrusionOk="0" h="5956" w="451">
                  <a:moveTo>
                    <a:pt x="1" y="0"/>
                  </a:moveTo>
                  <a:lnTo>
                    <a:pt x="1" y="5955"/>
                  </a:lnTo>
                  <a:lnTo>
                    <a:pt x="451" y="5955"/>
                  </a:lnTo>
                  <a:lnTo>
                    <a:pt x="45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35"/>
            <p:cNvSpPr/>
            <p:nvPr/>
          </p:nvSpPr>
          <p:spPr>
            <a:xfrm rot="10800000">
              <a:off x="5107843" y="481669"/>
              <a:ext cx="12206" cy="106663"/>
            </a:xfrm>
            <a:custGeom>
              <a:rect b="b" l="l" r="r" t="t"/>
              <a:pathLst>
                <a:path extrusionOk="0" h="3941" w="451">
                  <a:moveTo>
                    <a:pt x="1" y="1"/>
                  </a:moveTo>
                  <a:lnTo>
                    <a:pt x="1" y="3941"/>
                  </a:lnTo>
                  <a:lnTo>
                    <a:pt x="451" y="3941"/>
                  </a:lnTo>
                  <a:lnTo>
                    <a:pt x="45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35"/>
            <p:cNvSpPr/>
            <p:nvPr/>
          </p:nvSpPr>
          <p:spPr>
            <a:xfrm rot="10800000">
              <a:off x="5196781" y="482562"/>
              <a:ext cx="104850" cy="104850"/>
            </a:xfrm>
            <a:custGeom>
              <a:rect b="b" l="l" r="r" t="t"/>
              <a:pathLst>
                <a:path extrusionOk="0" h="3874" w="3874">
                  <a:moveTo>
                    <a:pt x="319" y="0"/>
                  </a:moveTo>
                  <a:lnTo>
                    <a:pt x="0" y="320"/>
                  </a:lnTo>
                  <a:lnTo>
                    <a:pt x="3555" y="3873"/>
                  </a:lnTo>
                  <a:lnTo>
                    <a:pt x="3874" y="3555"/>
                  </a:lnTo>
                  <a:lnTo>
                    <a:pt x="31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35"/>
            <p:cNvSpPr/>
            <p:nvPr/>
          </p:nvSpPr>
          <p:spPr>
            <a:xfrm rot="10800000">
              <a:off x="5196781" y="482562"/>
              <a:ext cx="104850" cy="104850"/>
            </a:xfrm>
            <a:custGeom>
              <a:rect b="b" l="l" r="r" t="t"/>
              <a:pathLst>
                <a:path extrusionOk="0" h="3874" w="3874">
                  <a:moveTo>
                    <a:pt x="3555" y="0"/>
                  </a:moveTo>
                  <a:lnTo>
                    <a:pt x="0" y="3555"/>
                  </a:lnTo>
                  <a:lnTo>
                    <a:pt x="319" y="3873"/>
                  </a:lnTo>
                  <a:lnTo>
                    <a:pt x="3874" y="320"/>
                  </a:lnTo>
                  <a:lnTo>
                    <a:pt x="3555"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35"/>
            <p:cNvSpPr/>
            <p:nvPr/>
          </p:nvSpPr>
          <p:spPr>
            <a:xfrm rot="10800000">
              <a:off x="5368863" y="460829"/>
              <a:ext cx="101034" cy="145204"/>
            </a:xfrm>
            <a:custGeom>
              <a:rect b="b" l="l" r="r" t="t"/>
              <a:pathLst>
                <a:path extrusionOk="0" h="5365" w="3733">
                  <a:moveTo>
                    <a:pt x="1050" y="1"/>
                  </a:moveTo>
                  <a:cubicBezTo>
                    <a:pt x="677" y="1"/>
                    <a:pt x="322" y="76"/>
                    <a:pt x="0" y="215"/>
                  </a:cubicBezTo>
                  <a:cubicBezTo>
                    <a:pt x="959" y="623"/>
                    <a:pt x="1630" y="1574"/>
                    <a:pt x="1630" y="2682"/>
                  </a:cubicBezTo>
                  <a:cubicBezTo>
                    <a:pt x="1630" y="3791"/>
                    <a:pt x="959" y="4741"/>
                    <a:pt x="0" y="5150"/>
                  </a:cubicBezTo>
                  <a:cubicBezTo>
                    <a:pt x="322" y="5288"/>
                    <a:pt x="677" y="5365"/>
                    <a:pt x="1050" y="5365"/>
                  </a:cubicBezTo>
                  <a:cubicBezTo>
                    <a:pt x="2532" y="5365"/>
                    <a:pt x="3733" y="4164"/>
                    <a:pt x="3733" y="2682"/>
                  </a:cubicBezTo>
                  <a:cubicBezTo>
                    <a:pt x="3733" y="1202"/>
                    <a:pt x="2532" y="1"/>
                    <a:pt x="105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35"/>
            <p:cNvSpPr/>
            <p:nvPr/>
          </p:nvSpPr>
          <p:spPr>
            <a:xfrm rot="10800000">
              <a:off x="5541731" y="453955"/>
              <a:ext cx="123037" cy="162065"/>
            </a:xfrm>
            <a:custGeom>
              <a:rect b="b" l="l" r="r" t="t"/>
              <a:pathLst>
                <a:path extrusionOk="0" h="5988" w="4546">
                  <a:moveTo>
                    <a:pt x="4545" y="0"/>
                  </a:moveTo>
                  <a:lnTo>
                    <a:pt x="0" y="2995"/>
                  </a:lnTo>
                  <a:lnTo>
                    <a:pt x="4545" y="5987"/>
                  </a:lnTo>
                  <a:lnTo>
                    <a:pt x="4545"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6" name="Google Shape;346;p35"/>
          <p:cNvGrpSpPr/>
          <p:nvPr/>
        </p:nvGrpSpPr>
        <p:grpSpPr>
          <a:xfrm>
            <a:off x="7479220" y="4205547"/>
            <a:ext cx="1173754" cy="805917"/>
            <a:chOff x="804550" y="3006847"/>
            <a:chExt cx="2215048" cy="1520885"/>
          </a:xfrm>
        </p:grpSpPr>
        <p:sp>
          <p:nvSpPr>
            <p:cNvPr id="347" name="Google Shape;347;p35"/>
            <p:cNvSpPr/>
            <p:nvPr/>
          </p:nvSpPr>
          <p:spPr>
            <a:xfrm>
              <a:off x="804550" y="3175325"/>
              <a:ext cx="1039817" cy="1038127"/>
            </a:xfrm>
            <a:custGeom>
              <a:rect b="b" l="l" r="r" t="t"/>
              <a:pathLst>
                <a:path extrusionOk="0" h="30095" w="30144">
                  <a:moveTo>
                    <a:pt x="1" y="1"/>
                  </a:moveTo>
                  <a:lnTo>
                    <a:pt x="1" y="10024"/>
                  </a:lnTo>
                  <a:lnTo>
                    <a:pt x="10518" y="10024"/>
                  </a:lnTo>
                  <a:lnTo>
                    <a:pt x="10518" y="20046"/>
                  </a:lnTo>
                  <a:lnTo>
                    <a:pt x="20095" y="20046"/>
                  </a:lnTo>
                  <a:lnTo>
                    <a:pt x="20095" y="30094"/>
                  </a:lnTo>
                  <a:lnTo>
                    <a:pt x="30143" y="30094"/>
                  </a:lnTo>
                  <a:lnTo>
                    <a:pt x="30143" y="20046"/>
                  </a:lnTo>
                  <a:lnTo>
                    <a:pt x="30143" y="10024"/>
                  </a:lnTo>
                  <a:lnTo>
                    <a:pt x="30143"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35"/>
            <p:cNvSpPr/>
            <p:nvPr/>
          </p:nvSpPr>
          <p:spPr>
            <a:xfrm>
              <a:off x="1240267" y="3006847"/>
              <a:ext cx="1779321" cy="1520885"/>
            </a:xfrm>
            <a:custGeom>
              <a:rect b="b" l="l" r="r" t="t"/>
              <a:pathLst>
                <a:path extrusionOk="0" h="44090" w="51582">
                  <a:moveTo>
                    <a:pt x="22045" y="0"/>
                  </a:moveTo>
                  <a:cubicBezTo>
                    <a:pt x="9891" y="0"/>
                    <a:pt x="1" y="9890"/>
                    <a:pt x="1" y="22045"/>
                  </a:cubicBezTo>
                  <a:cubicBezTo>
                    <a:pt x="1" y="34199"/>
                    <a:pt x="9891" y="44089"/>
                    <a:pt x="22045" y="44089"/>
                  </a:cubicBezTo>
                  <a:lnTo>
                    <a:pt x="51581" y="44089"/>
                  </a:lnTo>
                  <a:lnTo>
                    <a:pt x="51581" y="43639"/>
                  </a:lnTo>
                  <a:lnTo>
                    <a:pt x="22045" y="43639"/>
                  </a:lnTo>
                  <a:cubicBezTo>
                    <a:pt x="10139" y="43639"/>
                    <a:pt x="451" y="33951"/>
                    <a:pt x="451" y="22045"/>
                  </a:cubicBezTo>
                  <a:cubicBezTo>
                    <a:pt x="451" y="10138"/>
                    <a:pt x="10139" y="451"/>
                    <a:pt x="22045" y="451"/>
                  </a:cubicBezTo>
                  <a:lnTo>
                    <a:pt x="51581" y="451"/>
                  </a:lnTo>
                  <a:lnTo>
                    <a:pt x="515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35"/>
            <p:cNvSpPr/>
            <p:nvPr/>
          </p:nvSpPr>
          <p:spPr>
            <a:xfrm>
              <a:off x="1332578" y="3099089"/>
              <a:ext cx="1687012" cy="1336371"/>
            </a:xfrm>
            <a:custGeom>
              <a:rect b="b" l="l" r="r" t="t"/>
              <a:pathLst>
                <a:path extrusionOk="0" h="38741" w="48906">
                  <a:moveTo>
                    <a:pt x="19369" y="1"/>
                  </a:moveTo>
                  <a:cubicBezTo>
                    <a:pt x="8690" y="1"/>
                    <a:pt x="1" y="8690"/>
                    <a:pt x="1" y="19371"/>
                  </a:cubicBezTo>
                  <a:cubicBezTo>
                    <a:pt x="1" y="30052"/>
                    <a:pt x="8690" y="38741"/>
                    <a:pt x="19369" y="38741"/>
                  </a:cubicBezTo>
                  <a:lnTo>
                    <a:pt x="48905" y="38741"/>
                  </a:lnTo>
                  <a:lnTo>
                    <a:pt x="48905" y="38291"/>
                  </a:lnTo>
                  <a:lnTo>
                    <a:pt x="19369" y="38291"/>
                  </a:lnTo>
                  <a:cubicBezTo>
                    <a:pt x="8938" y="38291"/>
                    <a:pt x="449" y="29804"/>
                    <a:pt x="449" y="19371"/>
                  </a:cubicBezTo>
                  <a:cubicBezTo>
                    <a:pt x="449" y="8938"/>
                    <a:pt x="8938" y="451"/>
                    <a:pt x="19369" y="451"/>
                  </a:cubicBezTo>
                  <a:lnTo>
                    <a:pt x="48905" y="451"/>
                  </a:lnTo>
                  <a:lnTo>
                    <a:pt x="4890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35"/>
            <p:cNvSpPr/>
            <p:nvPr/>
          </p:nvSpPr>
          <p:spPr>
            <a:xfrm>
              <a:off x="1424820" y="3191331"/>
              <a:ext cx="1594773" cy="1151892"/>
            </a:xfrm>
            <a:custGeom>
              <a:rect b="b" l="l" r="r" t="t"/>
              <a:pathLst>
                <a:path extrusionOk="0" h="33393" w="46232">
                  <a:moveTo>
                    <a:pt x="16695" y="1"/>
                  </a:moveTo>
                  <a:cubicBezTo>
                    <a:pt x="7489" y="1"/>
                    <a:pt x="1" y="7491"/>
                    <a:pt x="1" y="16697"/>
                  </a:cubicBezTo>
                  <a:cubicBezTo>
                    <a:pt x="1" y="25903"/>
                    <a:pt x="7489" y="33393"/>
                    <a:pt x="16695" y="33393"/>
                  </a:cubicBezTo>
                  <a:lnTo>
                    <a:pt x="46231" y="33393"/>
                  </a:lnTo>
                  <a:lnTo>
                    <a:pt x="46231" y="32943"/>
                  </a:lnTo>
                  <a:lnTo>
                    <a:pt x="16695" y="32943"/>
                  </a:lnTo>
                  <a:cubicBezTo>
                    <a:pt x="7737" y="32943"/>
                    <a:pt x="449" y="25655"/>
                    <a:pt x="449" y="16697"/>
                  </a:cubicBezTo>
                  <a:cubicBezTo>
                    <a:pt x="449" y="7739"/>
                    <a:pt x="7737" y="451"/>
                    <a:pt x="16695" y="451"/>
                  </a:cubicBezTo>
                  <a:lnTo>
                    <a:pt x="46231" y="451"/>
                  </a:lnTo>
                  <a:lnTo>
                    <a:pt x="4623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35"/>
            <p:cNvSpPr/>
            <p:nvPr/>
          </p:nvSpPr>
          <p:spPr>
            <a:xfrm>
              <a:off x="1517097" y="3283608"/>
              <a:ext cx="1502499" cy="967309"/>
            </a:xfrm>
            <a:custGeom>
              <a:rect b="b" l="l" r="r" t="t"/>
              <a:pathLst>
                <a:path extrusionOk="0" h="28042" w="43557">
                  <a:moveTo>
                    <a:pt x="14022" y="0"/>
                  </a:moveTo>
                  <a:cubicBezTo>
                    <a:pt x="6289" y="0"/>
                    <a:pt x="0" y="6291"/>
                    <a:pt x="0" y="14022"/>
                  </a:cubicBezTo>
                  <a:cubicBezTo>
                    <a:pt x="0" y="21753"/>
                    <a:pt x="6289" y="28042"/>
                    <a:pt x="14022" y="28042"/>
                  </a:cubicBezTo>
                  <a:lnTo>
                    <a:pt x="43556" y="28042"/>
                  </a:lnTo>
                  <a:lnTo>
                    <a:pt x="43556" y="27593"/>
                  </a:lnTo>
                  <a:lnTo>
                    <a:pt x="14022" y="27593"/>
                  </a:lnTo>
                  <a:cubicBezTo>
                    <a:pt x="6537" y="27593"/>
                    <a:pt x="450" y="21505"/>
                    <a:pt x="450" y="14022"/>
                  </a:cubicBezTo>
                  <a:cubicBezTo>
                    <a:pt x="450" y="6539"/>
                    <a:pt x="6537" y="450"/>
                    <a:pt x="14022" y="450"/>
                  </a:cubicBezTo>
                  <a:lnTo>
                    <a:pt x="43556" y="450"/>
                  </a:lnTo>
                  <a:lnTo>
                    <a:pt x="4355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35"/>
            <p:cNvSpPr/>
            <p:nvPr/>
          </p:nvSpPr>
          <p:spPr>
            <a:xfrm>
              <a:off x="1609339" y="3375850"/>
              <a:ext cx="1410259" cy="782899"/>
            </a:xfrm>
            <a:custGeom>
              <a:rect b="b" l="l" r="r" t="t"/>
              <a:pathLst>
                <a:path extrusionOk="0" h="22696" w="40883">
                  <a:moveTo>
                    <a:pt x="11348" y="0"/>
                  </a:moveTo>
                  <a:cubicBezTo>
                    <a:pt x="5090" y="0"/>
                    <a:pt x="0" y="5090"/>
                    <a:pt x="0" y="11348"/>
                  </a:cubicBezTo>
                  <a:cubicBezTo>
                    <a:pt x="0" y="17603"/>
                    <a:pt x="5090" y="22695"/>
                    <a:pt x="11348" y="22695"/>
                  </a:cubicBezTo>
                  <a:lnTo>
                    <a:pt x="40882" y="22695"/>
                  </a:lnTo>
                  <a:lnTo>
                    <a:pt x="40882" y="22245"/>
                  </a:lnTo>
                  <a:lnTo>
                    <a:pt x="11348" y="22245"/>
                  </a:lnTo>
                  <a:cubicBezTo>
                    <a:pt x="5338" y="22245"/>
                    <a:pt x="451" y="17357"/>
                    <a:pt x="451" y="11348"/>
                  </a:cubicBezTo>
                  <a:cubicBezTo>
                    <a:pt x="451" y="5338"/>
                    <a:pt x="5338" y="450"/>
                    <a:pt x="11348" y="450"/>
                  </a:cubicBezTo>
                  <a:lnTo>
                    <a:pt x="40882" y="450"/>
                  </a:lnTo>
                  <a:lnTo>
                    <a:pt x="4088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53" name="Google Shape;353;p35"/>
          <p:cNvGrpSpPr/>
          <p:nvPr/>
        </p:nvGrpSpPr>
        <p:grpSpPr>
          <a:xfrm rot="5400000">
            <a:off x="7823461" y="1132443"/>
            <a:ext cx="1517235" cy="203069"/>
            <a:chOff x="1912961" y="4405442"/>
            <a:chExt cx="1517235" cy="203069"/>
          </a:xfrm>
        </p:grpSpPr>
        <p:sp>
          <p:nvSpPr>
            <p:cNvPr id="354" name="Google Shape;354;p35"/>
            <p:cNvSpPr/>
            <p:nvPr/>
          </p:nvSpPr>
          <p:spPr>
            <a:xfrm rot="10800000">
              <a:off x="1912961" y="4474619"/>
              <a:ext cx="65443" cy="65416"/>
            </a:xfrm>
            <a:custGeom>
              <a:rect b="b" l="l" r="r" t="t"/>
              <a:pathLst>
                <a:path extrusionOk="0" h="2417" w="2418">
                  <a:moveTo>
                    <a:pt x="1210" y="1"/>
                  </a:moveTo>
                  <a:cubicBezTo>
                    <a:pt x="542" y="1"/>
                    <a:pt x="0" y="540"/>
                    <a:pt x="0" y="1209"/>
                  </a:cubicBezTo>
                  <a:cubicBezTo>
                    <a:pt x="0" y="1877"/>
                    <a:pt x="542" y="2416"/>
                    <a:pt x="1210" y="2416"/>
                  </a:cubicBezTo>
                  <a:cubicBezTo>
                    <a:pt x="1876" y="2416"/>
                    <a:pt x="2418" y="1877"/>
                    <a:pt x="2418" y="1209"/>
                  </a:cubicBezTo>
                  <a:cubicBezTo>
                    <a:pt x="2418" y="542"/>
                    <a:pt x="1876" y="1"/>
                    <a:pt x="121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35"/>
            <p:cNvSpPr/>
            <p:nvPr/>
          </p:nvSpPr>
          <p:spPr>
            <a:xfrm rot="10800000">
              <a:off x="2017996" y="4500898"/>
              <a:ext cx="1307158" cy="12152"/>
            </a:xfrm>
            <a:custGeom>
              <a:rect b="b" l="l" r="r" t="t"/>
              <a:pathLst>
                <a:path extrusionOk="0" h="449" w="48297">
                  <a:moveTo>
                    <a:pt x="0" y="1"/>
                  </a:moveTo>
                  <a:lnTo>
                    <a:pt x="0" y="449"/>
                  </a:lnTo>
                  <a:lnTo>
                    <a:pt x="48297" y="449"/>
                  </a:lnTo>
                  <a:lnTo>
                    <a:pt x="4829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35"/>
            <p:cNvSpPr/>
            <p:nvPr/>
          </p:nvSpPr>
          <p:spPr>
            <a:xfrm rot="10800000">
              <a:off x="2570032" y="4405442"/>
              <a:ext cx="203069" cy="203069"/>
            </a:xfrm>
            <a:custGeom>
              <a:rect b="b" l="l" r="r" t="t"/>
              <a:pathLst>
                <a:path extrusionOk="0" h="7503" w="7503">
                  <a:moveTo>
                    <a:pt x="3750" y="1"/>
                  </a:moveTo>
                  <a:lnTo>
                    <a:pt x="0" y="3753"/>
                  </a:lnTo>
                  <a:lnTo>
                    <a:pt x="3750" y="7503"/>
                  </a:lnTo>
                  <a:lnTo>
                    <a:pt x="7503" y="3753"/>
                  </a:lnTo>
                  <a:lnTo>
                    <a:pt x="375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35"/>
            <p:cNvSpPr/>
            <p:nvPr/>
          </p:nvSpPr>
          <p:spPr>
            <a:xfrm rot="10800000">
              <a:off x="2534519" y="4426363"/>
              <a:ext cx="12179" cy="161199"/>
            </a:xfrm>
            <a:custGeom>
              <a:rect b="b" l="l" r="r" t="t"/>
              <a:pathLst>
                <a:path extrusionOk="0" h="5956" w="450">
                  <a:moveTo>
                    <a:pt x="1" y="0"/>
                  </a:moveTo>
                  <a:lnTo>
                    <a:pt x="1" y="5955"/>
                  </a:lnTo>
                  <a:lnTo>
                    <a:pt x="449" y="5955"/>
                  </a:lnTo>
                  <a:lnTo>
                    <a:pt x="44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35"/>
            <p:cNvSpPr/>
            <p:nvPr/>
          </p:nvSpPr>
          <p:spPr>
            <a:xfrm rot="10800000">
              <a:off x="2485693" y="4453644"/>
              <a:ext cx="12233" cy="106663"/>
            </a:xfrm>
            <a:custGeom>
              <a:rect b="b" l="l" r="r" t="t"/>
              <a:pathLst>
                <a:path extrusionOk="0" h="3941" w="452">
                  <a:moveTo>
                    <a:pt x="1" y="1"/>
                  </a:moveTo>
                  <a:lnTo>
                    <a:pt x="1" y="3941"/>
                  </a:lnTo>
                  <a:lnTo>
                    <a:pt x="451" y="3941"/>
                  </a:lnTo>
                  <a:lnTo>
                    <a:pt x="45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35"/>
            <p:cNvSpPr/>
            <p:nvPr/>
          </p:nvSpPr>
          <p:spPr>
            <a:xfrm rot="10800000">
              <a:off x="2304112" y="4454537"/>
              <a:ext cx="104850" cy="104850"/>
            </a:xfrm>
            <a:custGeom>
              <a:rect b="b" l="l" r="r" t="t"/>
              <a:pathLst>
                <a:path extrusionOk="0" h="3874" w="3874">
                  <a:moveTo>
                    <a:pt x="3553" y="0"/>
                  </a:moveTo>
                  <a:lnTo>
                    <a:pt x="0" y="3555"/>
                  </a:lnTo>
                  <a:lnTo>
                    <a:pt x="318" y="3873"/>
                  </a:lnTo>
                  <a:lnTo>
                    <a:pt x="3873" y="318"/>
                  </a:lnTo>
                  <a:lnTo>
                    <a:pt x="3553"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35"/>
            <p:cNvSpPr/>
            <p:nvPr/>
          </p:nvSpPr>
          <p:spPr>
            <a:xfrm rot="10800000">
              <a:off x="2304166" y="4454537"/>
              <a:ext cx="104796" cy="104850"/>
            </a:xfrm>
            <a:custGeom>
              <a:rect b="b" l="l" r="r" t="t"/>
              <a:pathLst>
                <a:path extrusionOk="0" h="3874" w="3872">
                  <a:moveTo>
                    <a:pt x="318" y="0"/>
                  </a:moveTo>
                  <a:lnTo>
                    <a:pt x="0" y="320"/>
                  </a:lnTo>
                  <a:lnTo>
                    <a:pt x="3553" y="3873"/>
                  </a:lnTo>
                  <a:lnTo>
                    <a:pt x="3872" y="3555"/>
                  </a:lnTo>
                  <a:lnTo>
                    <a:pt x="31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35"/>
            <p:cNvSpPr/>
            <p:nvPr/>
          </p:nvSpPr>
          <p:spPr>
            <a:xfrm rot="10800000">
              <a:off x="2135846" y="4432804"/>
              <a:ext cx="101061" cy="145204"/>
            </a:xfrm>
            <a:custGeom>
              <a:rect b="b" l="l" r="r" t="t"/>
              <a:pathLst>
                <a:path extrusionOk="0" h="5365" w="3734">
                  <a:moveTo>
                    <a:pt x="2682" y="1"/>
                  </a:moveTo>
                  <a:cubicBezTo>
                    <a:pt x="1202" y="1"/>
                    <a:pt x="1" y="1202"/>
                    <a:pt x="1" y="2682"/>
                  </a:cubicBezTo>
                  <a:cubicBezTo>
                    <a:pt x="1" y="4164"/>
                    <a:pt x="1202" y="5365"/>
                    <a:pt x="2682" y="5365"/>
                  </a:cubicBezTo>
                  <a:cubicBezTo>
                    <a:pt x="3055" y="5365"/>
                    <a:pt x="3410" y="5288"/>
                    <a:pt x="3733" y="5150"/>
                  </a:cubicBezTo>
                  <a:cubicBezTo>
                    <a:pt x="2775" y="4741"/>
                    <a:pt x="2102" y="3791"/>
                    <a:pt x="2102" y="2682"/>
                  </a:cubicBezTo>
                  <a:cubicBezTo>
                    <a:pt x="2102" y="1574"/>
                    <a:pt x="2775" y="623"/>
                    <a:pt x="3733" y="215"/>
                  </a:cubicBezTo>
                  <a:cubicBezTo>
                    <a:pt x="3410" y="76"/>
                    <a:pt x="3055" y="1"/>
                    <a:pt x="268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35"/>
            <p:cNvSpPr/>
            <p:nvPr/>
          </p:nvSpPr>
          <p:spPr>
            <a:xfrm rot="10800000">
              <a:off x="1940975" y="4425930"/>
              <a:ext cx="123092" cy="162065"/>
            </a:xfrm>
            <a:custGeom>
              <a:rect b="b" l="l" r="r" t="t"/>
              <a:pathLst>
                <a:path extrusionOk="0" h="5988" w="4548">
                  <a:moveTo>
                    <a:pt x="1" y="0"/>
                  </a:moveTo>
                  <a:lnTo>
                    <a:pt x="1" y="5987"/>
                  </a:lnTo>
                  <a:lnTo>
                    <a:pt x="4547" y="2995"/>
                  </a:lnTo>
                  <a:lnTo>
                    <a:pt x="1"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35"/>
            <p:cNvSpPr/>
            <p:nvPr/>
          </p:nvSpPr>
          <p:spPr>
            <a:xfrm rot="10800000">
              <a:off x="3364780" y="4474619"/>
              <a:ext cx="65416" cy="65416"/>
            </a:xfrm>
            <a:custGeom>
              <a:rect b="b" l="l" r="r" t="t"/>
              <a:pathLst>
                <a:path extrusionOk="0" h="2417" w="2417">
                  <a:moveTo>
                    <a:pt x="1209" y="1"/>
                  </a:moveTo>
                  <a:cubicBezTo>
                    <a:pt x="541" y="1"/>
                    <a:pt x="1" y="540"/>
                    <a:pt x="1" y="1209"/>
                  </a:cubicBezTo>
                  <a:cubicBezTo>
                    <a:pt x="1" y="1877"/>
                    <a:pt x="541" y="2416"/>
                    <a:pt x="1209" y="2416"/>
                  </a:cubicBezTo>
                  <a:cubicBezTo>
                    <a:pt x="1875" y="2416"/>
                    <a:pt x="2417" y="1877"/>
                    <a:pt x="2417" y="1209"/>
                  </a:cubicBezTo>
                  <a:cubicBezTo>
                    <a:pt x="2417" y="542"/>
                    <a:pt x="1875" y="1"/>
                    <a:pt x="120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35"/>
            <p:cNvSpPr/>
            <p:nvPr/>
          </p:nvSpPr>
          <p:spPr>
            <a:xfrm rot="10800000">
              <a:off x="2796458" y="4426363"/>
              <a:ext cx="12206" cy="161199"/>
            </a:xfrm>
            <a:custGeom>
              <a:rect b="b" l="l" r="r" t="t"/>
              <a:pathLst>
                <a:path extrusionOk="0" h="5956" w="451">
                  <a:moveTo>
                    <a:pt x="1" y="0"/>
                  </a:moveTo>
                  <a:lnTo>
                    <a:pt x="1" y="5955"/>
                  </a:lnTo>
                  <a:lnTo>
                    <a:pt x="451" y="5955"/>
                  </a:lnTo>
                  <a:lnTo>
                    <a:pt x="45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35"/>
            <p:cNvSpPr/>
            <p:nvPr/>
          </p:nvSpPr>
          <p:spPr>
            <a:xfrm rot="10800000">
              <a:off x="2845230" y="4453644"/>
              <a:ext cx="12206" cy="106663"/>
            </a:xfrm>
            <a:custGeom>
              <a:rect b="b" l="l" r="r" t="t"/>
              <a:pathLst>
                <a:path extrusionOk="0" h="3941" w="451">
                  <a:moveTo>
                    <a:pt x="1" y="1"/>
                  </a:moveTo>
                  <a:lnTo>
                    <a:pt x="1" y="3941"/>
                  </a:lnTo>
                  <a:lnTo>
                    <a:pt x="451" y="3941"/>
                  </a:lnTo>
                  <a:lnTo>
                    <a:pt x="45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35"/>
            <p:cNvSpPr/>
            <p:nvPr/>
          </p:nvSpPr>
          <p:spPr>
            <a:xfrm rot="10800000">
              <a:off x="2934169" y="4454537"/>
              <a:ext cx="104850" cy="104850"/>
            </a:xfrm>
            <a:custGeom>
              <a:rect b="b" l="l" r="r" t="t"/>
              <a:pathLst>
                <a:path extrusionOk="0" h="3874" w="3874">
                  <a:moveTo>
                    <a:pt x="319" y="0"/>
                  </a:moveTo>
                  <a:lnTo>
                    <a:pt x="0" y="320"/>
                  </a:lnTo>
                  <a:lnTo>
                    <a:pt x="3555" y="3873"/>
                  </a:lnTo>
                  <a:lnTo>
                    <a:pt x="3874" y="3555"/>
                  </a:lnTo>
                  <a:lnTo>
                    <a:pt x="31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35"/>
            <p:cNvSpPr/>
            <p:nvPr/>
          </p:nvSpPr>
          <p:spPr>
            <a:xfrm rot="10800000">
              <a:off x="2934169" y="4454537"/>
              <a:ext cx="104850" cy="104850"/>
            </a:xfrm>
            <a:custGeom>
              <a:rect b="b" l="l" r="r" t="t"/>
              <a:pathLst>
                <a:path extrusionOk="0" h="3874" w="3874">
                  <a:moveTo>
                    <a:pt x="3555" y="0"/>
                  </a:moveTo>
                  <a:lnTo>
                    <a:pt x="0" y="3555"/>
                  </a:lnTo>
                  <a:lnTo>
                    <a:pt x="319" y="3873"/>
                  </a:lnTo>
                  <a:lnTo>
                    <a:pt x="3874" y="320"/>
                  </a:lnTo>
                  <a:lnTo>
                    <a:pt x="3555"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35"/>
            <p:cNvSpPr/>
            <p:nvPr/>
          </p:nvSpPr>
          <p:spPr>
            <a:xfrm rot="10800000">
              <a:off x="3106251" y="4432804"/>
              <a:ext cx="101034" cy="145204"/>
            </a:xfrm>
            <a:custGeom>
              <a:rect b="b" l="l" r="r" t="t"/>
              <a:pathLst>
                <a:path extrusionOk="0" h="5365" w="3733">
                  <a:moveTo>
                    <a:pt x="1050" y="1"/>
                  </a:moveTo>
                  <a:cubicBezTo>
                    <a:pt x="677" y="1"/>
                    <a:pt x="322" y="76"/>
                    <a:pt x="0" y="215"/>
                  </a:cubicBezTo>
                  <a:cubicBezTo>
                    <a:pt x="959" y="623"/>
                    <a:pt x="1630" y="1574"/>
                    <a:pt x="1630" y="2682"/>
                  </a:cubicBezTo>
                  <a:cubicBezTo>
                    <a:pt x="1630" y="3791"/>
                    <a:pt x="959" y="4741"/>
                    <a:pt x="0" y="5150"/>
                  </a:cubicBezTo>
                  <a:cubicBezTo>
                    <a:pt x="322" y="5288"/>
                    <a:pt x="677" y="5365"/>
                    <a:pt x="1050" y="5365"/>
                  </a:cubicBezTo>
                  <a:cubicBezTo>
                    <a:pt x="2532" y="5365"/>
                    <a:pt x="3733" y="4164"/>
                    <a:pt x="3733" y="2682"/>
                  </a:cubicBezTo>
                  <a:cubicBezTo>
                    <a:pt x="3733" y="1202"/>
                    <a:pt x="2532" y="1"/>
                    <a:pt x="105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35"/>
            <p:cNvSpPr/>
            <p:nvPr/>
          </p:nvSpPr>
          <p:spPr>
            <a:xfrm rot="10800000">
              <a:off x="3279118" y="4425930"/>
              <a:ext cx="123037" cy="162065"/>
            </a:xfrm>
            <a:custGeom>
              <a:rect b="b" l="l" r="r" t="t"/>
              <a:pathLst>
                <a:path extrusionOk="0" h="5988" w="4546">
                  <a:moveTo>
                    <a:pt x="4545" y="0"/>
                  </a:moveTo>
                  <a:lnTo>
                    <a:pt x="0" y="2995"/>
                  </a:lnTo>
                  <a:lnTo>
                    <a:pt x="4545" y="5987"/>
                  </a:lnTo>
                  <a:lnTo>
                    <a:pt x="4545"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70" name="Google Shape;370;p35"/>
          <p:cNvGrpSpPr/>
          <p:nvPr/>
        </p:nvGrpSpPr>
        <p:grpSpPr>
          <a:xfrm>
            <a:off x="2912759" y="4486182"/>
            <a:ext cx="450536" cy="410703"/>
            <a:chOff x="6541834" y="329657"/>
            <a:chExt cx="450536" cy="410703"/>
          </a:xfrm>
        </p:grpSpPr>
        <p:sp>
          <p:nvSpPr>
            <p:cNvPr id="371" name="Google Shape;371;p35"/>
            <p:cNvSpPr/>
            <p:nvPr/>
          </p:nvSpPr>
          <p:spPr>
            <a:xfrm>
              <a:off x="6632681" y="359014"/>
              <a:ext cx="139004" cy="179325"/>
            </a:xfrm>
            <a:custGeom>
              <a:rect b="b" l="l" r="r" t="t"/>
              <a:pathLst>
                <a:path extrusionOk="0" h="9175" w="7112">
                  <a:moveTo>
                    <a:pt x="481" y="0"/>
                  </a:moveTo>
                  <a:lnTo>
                    <a:pt x="1" y="360"/>
                  </a:lnTo>
                  <a:lnTo>
                    <a:pt x="6631" y="9174"/>
                  </a:lnTo>
                  <a:lnTo>
                    <a:pt x="7111" y="8814"/>
                  </a:lnTo>
                  <a:lnTo>
                    <a:pt x="4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35"/>
            <p:cNvSpPr/>
            <p:nvPr/>
          </p:nvSpPr>
          <p:spPr>
            <a:xfrm>
              <a:off x="6542030" y="465048"/>
              <a:ext cx="226800" cy="75874"/>
            </a:xfrm>
            <a:custGeom>
              <a:rect b="b" l="l" r="r" t="t"/>
              <a:pathLst>
                <a:path extrusionOk="0" h="3882" w="11604">
                  <a:moveTo>
                    <a:pt x="168" y="1"/>
                  </a:moveTo>
                  <a:lnTo>
                    <a:pt x="1" y="578"/>
                  </a:lnTo>
                  <a:lnTo>
                    <a:pt x="11436" y="3881"/>
                  </a:lnTo>
                  <a:lnTo>
                    <a:pt x="11603" y="3305"/>
                  </a:lnTo>
                  <a:lnTo>
                    <a:pt x="16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35"/>
            <p:cNvSpPr/>
            <p:nvPr/>
          </p:nvSpPr>
          <p:spPr>
            <a:xfrm>
              <a:off x="6762208" y="359112"/>
              <a:ext cx="139024" cy="179267"/>
            </a:xfrm>
            <a:custGeom>
              <a:rect b="b" l="l" r="r" t="t"/>
              <a:pathLst>
                <a:path extrusionOk="0" h="9172" w="7113">
                  <a:moveTo>
                    <a:pt x="6634" y="0"/>
                  </a:moveTo>
                  <a:lnTo>
                    <a:pt x="1" y="8811"/>
                  </a:lnTo>
                  <a:lnTo>
                    <a:pt x="479" y="9171"/>
                  </a:lnTo>
                  <a:lnTo>
                    <a:pt x="7113" y="361"/>
                  </a:lnTo>
                  <a:lnTo>
                    <a:pt x="663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35"/>
            <p:cNvSpPr/>
            <p:nvPr/>
          </p:nvSpPr>
          <p:spPr>
            <a:xfrm>
              <a:off x="6761113" y="329657"/>
              <a:ext cx="11727" cy="205340"/>
            </a:xfrm>
            <a:custGeom>
              <a:rect b="b" l="l" r="r" t="t"/>
              <a:pathLst>
                <a:path extrusionOk="0" h="10506" w="600">
                  <a:moveTo>
                    <a:pt x="0" y="1"/>
                  </a:moveTo>
                  <a:lnTo>
                    <a:pt x="0" y="10506"/>
                  </a:lnTo>
                  <a:lnTo>
                    <a:pt x="600" y="10506"/>
                  </a:lnTo>
                  <a:lnTo>
                    <a:pt x="60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35"/>
            <p:cNvSpPr/>
            <p:nvPr/>
          </p:nvSpPr>
          <p:spPr>
            <a:xfrm>
              <a:off x="6765374" y="464774"/>
              <a:ext cx="226781" cy="75796"/>
            </a:xfrm>
            <a:custGeom>
              <a:rect b="b" l="l" r="r" t="t"/>
              <a:pathLst>
                <a:path extrusionOk="0" h="3878" w="11603">
                  <a:moveTo>
                    <a:pt x="11437" y="1"/>
                  </a:moveTo>
                  <a:lnTo>
                    <a:pt x="0" y="3301"/>
                  </a:lnTo>
                  <a:lnTo>
                    <a:pt x="167" y="3878"/>
                  </a:lnTo>
                  <a:lnTo>
                    <a:pt x="11603" y="578"/>
                  </a:lnTo>
                  <a:lnTo>
                    <a:pt x="114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35"/>
            <p:cNvSpPr/>
            <p:nvPr/>
          </p:nvSpPr>
          <p:spPr>
            <a:xfrm>
              <a:off x="6632622" y="531385"/>
              <a:ext cx="139063" cy="179286"/>
            </a:xfrm>
            <a:custGeom>
              <a:rect b="b" l="l" r="r" t="t"/>
              <a:pathLst>
                <a:path extrusionOk="0" h="9173" w="7115">
                  <a:moveTo>
                    <a:pt x="6636" y="0"/>
                  </a:moveTo>
                  <a:lnTo>
                    <a:pt x="0" y="8811"/>
                  </a:lnTo>
                  <a:lnTo>
                    <a:pt x="480" y="9173"/>
                  </a:lnTo>
                  <a:lnTo>
                    <a:pt x="7114" y="362"/>
                  </a:lnTo>
                  <a:lnTo>
                    <a:pt x="663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35"/>
            <p:cNvSpPr/>
            <p:nvPr/>
          </p:nvSpPr>
          <p:spPr>
            <a:xfrm>
              <a:off x="6541834" y="529313"/>
              <a:ext cx="226820" cy="75796"/>
            </a:xfrm>
            <a:custGeom>
              <a:rect b="b" l="l" r="r" t="t"/>
              <a:pathLst>
                <a:path extrusionOk="0" h="3878" w="11605">
                  <a:moveTo>
                    <a:pt x="11437" y="1"/>
                  </a:moveTo>
                  <a:lnTo>
                    <a:pt x="0" y="3303"/>
                  </a:lnTo>
                  <a:lnTo>
                    <a:pt x="167" y="3878"/>
                  </a:lnTo>
                  <a:lnTo>
                    <a:pt x="11604" y="577"/>
                  </a:lnTo>
                  <a:lnTo>
                    <a:pt x="114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35"/>
            <p:cNvSpPr/>
            <p:nvPr/>
          </p:nvSpPr>
          <p:spPr>
            <a:xfrm>
              <a:off x="6762286" y="531268"/>
              <a:ext cx="138945" cy="179345"/>
            </a:xfrm>
            <a:custGeom>
              <a:rect b="b" l="l" r="r" t="t"/>
              <a:pathLst>
                <a:path extrusionOk="0" h="9176" w="7109">
                  <a:moveTo>
                    <a:pt x="480" y="1"/>
                  </a:moveTo>
                  <a:lnTo>
                    <a:pt x="0" y="361"/>
                  </a:lnTo>
                  <a:lnTo>
                    <a:pt x="6630" y="9175"/>
                  </a:lnTo>
                  <a:lnTo>
                    <a:pt x="7109" y="8815"/>
                  </a:lnTo>
                  <a:lnTo>
                    <a:pt x="48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35"/>
            <p:cNvSpPr/>
            <p:nvPr/>
          </p:nvSpPr>
          <p:spPr>
            <a:xfrm>
              <a:off x="6761113" y="534981"/>
              <a:ext cx="11727" cy="205379"/>
            </a:xfrm>
            <a:custGeom>
              <a:rect b="b" l="l" r="r" t="t"/>
              <a:pathLst>
                <a:path extrusionOk="0" h="10508" w="600">
                  <a:moveTo>
                    <a:pt x="0" y="1"/>
                  </a:moveTo>
                  <a:lnTo>
                    <a:pt x="0" y="10508"/>
                  </a:lnTo>
                  <a:lnTo>
                    <a:pt x="600" y="10508"/>
                  </a:lnTo>
                  <a:lnTo>
                    <a:pt x="60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35"/>
            <p:cNvSpPr/>
            <p:nvPr/>
          </p:nvSpPr>
          <p:spPr>
            <a:xfrm>
              <a:off x="6765570" y="529626"/>
              <a:ext cx="226800" cy="75835"/>
            </a:xfrm>
            <a:custGeom>
              <a:rect b="b" l="l" r="r" t="t"/>
              <a:pathLst>
                <a:path extrusionOk="0" h="3880" w="11604">
                  <a:moveTo>
                    <a:pt x="168" y="1"/>
                  </a:moveTo>
                  <a:lnTo>
                    <a:pt x="1" y="577"/>
                  </a:lnTo>
                  <a:lnTo>
                    <a:pt x="11436" y="3879"/>
                  </a:lnTo>
                  <a:lnTo>
                    <a:pt x="11603" y="3302"/>
                  </a:lnTo>
                  <a:lnTo>
                    <a:pt x="16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35"/>
            <p:cNvSpPr/>
            <p:nvPr/>
          </p:nvSpPr>
          <p:spPr>
            <a:xfrm>
              <a:off x="6568904" y="410751"/>
              <a:ext cx="396138" cy="248515"/>
            </a:xfrm>
            <a:custGeom>
              <a:rect b="b" l="l" r="r" t="t"/>
              <a:pathLst>
                <a:path extrusionOk="0" h="12715" w="20268">
                  <a:moveTo>
                    <a:pt x="10135" y="1"/>
                  </a:moveTo>
                  <a:cubicBezTo>
                    <a:pt x="3536" y="1"/>
                    <a:pt x="1" y="6359"/>
                    <a:pt x="1" y="6359"/>
                  </a:cubicBezTo>
                  <a:cubicBezTo>
                    <a:pt x="1" y="6359"/>
                    <a:pt x="3536" y="12714"/>
                    <a:pt x="10135" y="12714"/>
                  </a:cubicBezTo>
                  <a:cubicBezTo>
                    <a:pt x="16734" y="12714"/>
                    <a:pt x="20268" y="6359"/>
                    <a:pt x="20268" y="6359"/>
                  </a:cubicBezTo>
                  <a:cubicBezTo>
                    <a:pt x="20268" y="6359"/>
                    <a:pt x="16734" y="1"/>
                    <a:pt x="1013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35"/>
            <p:cNvSpPr/>
            <p:nvPr/>
          </p:nvSpPr>
          <p:spPr>
            <a:xfrm>
              <a:off x="6656155" y="434030"/>
              <a:ext cx="221679" cy="201978"/>
            </a:xfrm>
            <a:custGeom>
              <a:rect b="b" l="l" r="r" t="t"/>
              <a:pathLst>
                <a:path extrusionOk="0" h="10334" w="11342">
                  <a:moveTo>
                    <a:pt x="5671" y="0"/>
                  </a:moveTo>
                  <a:cubicBezTo>
                    <a:pt x="4349" y="0"/>
                    <a:pt x="3027" y="505"/>
                    <a:pt x="2017" y="1514"/>
                  </a:cubicBezTo>
                  <a:cubicBezTo>
                    <a:pt x="1" y="3531"/>
                    <a:pt x="1" y="6803"/>
                    <a:pt x="2017" y="8819"/>
                  </a:cubicBezTo>
                  <a:cubicBezTo>
                    <a:pt x="3027" y="9829"/>
                    <a:pt x="4349" y="10333"/>
                    <a:pt x="5671" y="10333"/>
                  </a:cubicBezTo>
                  <a:cubicBezTo>
                    <a:pt x="6993" y="10333"/>
                    <a:pt x="8315" y="9829"/>
                    <a:pt x="9325" y="8819"/>
                  </a:cubicBezTo>
                  <a:cubicBezTo>
                    <a:pt x="11341" y="6803"/>
                    <a:pt x="11341" y="3531"/>
                    <a:pt x="9325" y="1514"/>
                  </a:cubicBezTo>
                  <a:cubicBezTo>
                    <a:pt x="8315" y="505"/>
                    <a:pt x="6993" y="0"/>
                    <a:pt x="567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35"/>
            <p:cNvSpPr/>
            <p:nvPr/>
          </p:nvSpPr>
          <p:spPr>
            <a:xfrm>
              <a:off x="6666025" y="434030"/>
              <a:ext cx="201900" cy="201900"/>
            </a:xfrm>
            <a:custGeom>
              <a:rect b="b" l="l" r="r" t="t"/>
              <a:pathLst>
                <a:path extrusionOk="0" h="10330" w="10330">
                  <a:moveTo>
                    <a:pt x="5166" y="0"/>
                  </a:moveTo>
                  <a:lnTo>
                    <a:pt x="4035" y="4035"/>
                  </a:lnTo>
                  <a:lnTo>
                    <a:pt x="0" y="5166"/>
                  </a:lnTo>
                  <a:lnTo>
                    <a:pt x="4035" y="6295"/>
                  </a:lnTo>
                  <a:lnTo>
                    <a:pt x="5166" y="10330"/>
                  </a:lnTo>
                  <a:lnTo>
                    <a:pt x="6295" y="6295"/>
                  </a:lnTo>
                  <a:lnTo>
                    <a:pt x="10330" y="5166"/>
                  </a:lnTo>
                  <a:lnTo>
                    <a:pt x="6295" y="4035"/>
                  </a:lnTo>
                  <a:lnTo>
                    <a:pt x="5166"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84" name="Google Shape;384;p35"/>
          <p:cNvGrpSpPr/>
          <p:nvPr/>
        </p:nvGrpSpPr>
        <p:grpSpPr>
          <a:xfrm>
            <a:off x="8409204" y="2621921"/>
            <a:ext cx="345754" cy="576816"/>
            <a:chOff x="504791" y="3937846"/>
            <a:chExt cx="345754" cy="576816"/>
          </a:xfrm>
        </p:grpSpPr>
        <p:sp>
          <p:nvSpPr>
            <p:cNvPr id="385" name="Google Shape;385;p35"/>
            <p:cNvSpPr/>
            <p:nvPr/>
          </p:nvSpPr>
          <p:spPr>
            <a:xfrm>
              <a:off x="558101" y="4156041"/>
              <a:ext cx="239107" cy="239076"/>
            </a:xfrm>
            <a:custGeom>
              <a:rect b="b" l="l" r="r" t="t"/>
              <a:pathLst>
                <a:path extrusionOk="0" h="12447" w="12447">
                  <a:moveTo>
                    <a:pt x="6224" y="0"/>
                  </a:moveTo>
                  <a:cubicBezTo>
                    <a:pt x="2787" y="0"/>
                    <a:pt x="0" y="2785"/>
                    <a:pt x="0" y="6223"/>
                  </a:cubicBezTo>
                  <a:cubicBezTo>
                    <a:pt x="0" y="9660"/>
                    <a:pt x="2787" y="12447"/>
                    <a:pt x="6224" y="12447"/>
                  </a:cubicBezTo>
                  <a:cubicBezTo>
                    <a:pt x="9661" y="12447"/>
                    <a:pt x="12446" y="9660"/>
                    <a:pt x="12446" y="6223"/>
                  </a:cubicBezTo>
                  <a:cubicBezTo>
                    <a:pt x="12446" y="2785"/>
                    <a:pt x="9661" y="0"/>
                    <a:pt x="622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35"/>
            <p:cNvSpPr/>
            <p:nvPr/>
          </p:nvSpPr>
          <p:spPr>
            <a:xfrm>
              <a:off x="558101" y="4395095"/>
              <a:ext cx="239107" cy="119567"/>
            </a:xfrm>
            <a:custGeom>
              <a:rect b="b" l="l" r="r" t="t"/>
              <a:pathLst>
                <a:path extrusionOk="0" h="6225" w="12447">
                  <a:moveTo>
                    <a:pt x="6224" y="1"/>
                  </a:moveTo>
                  <a:cubicBezTo>
                    <a:pt x="2787" y="1"/>
                    <a:pt x="0" y="2787"/>
                    <a:pt x="0" y="6225"/>
                  </a:cubicBezTo>
                  <a:lnTo>
                    <a:pt x="12446" y="6225"/>
                  </a:lnTo>
                  <a:cubicBezTo>
                    <a:pt x="12446" y="2787"/>
                    <a:pt x="9661" y="1"/>
                    <a:pt x="6224"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35"/>
            <p:cNvSpPr/>
            <p:nvPr/>
          </p:nvSpPr>
          <p:spPr>
            <a:xfrm>
              <a:off x="568533" y="3937846"/>
              <a:ext cx="218245" cy="218216"/>
            </a:xfrm>
            <a:custGeom>
              <a:rect b="b" l="l" r="r" t="t"/>
              <a:pathLst>
                <a:path extrusionOk="0" h="11361" w="11361">
                  <a:moveTo>
                    <a:pt x="5681" y="1"/>
                  </a:moveTo>
                  <a:lnTo>
                    <a:pt x="0" y="5680"/>
                  </a:lnTo>
                  <a:lnTo>
                    <a:pt x="5681" y="11360"/>
                  </a:lnTo>
                  <a:lnTo>
                    <a:pt x="11360" y="5680"/>
                  </a:lnTo>
                  <a:lnTo>
                    <a:pt x="568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35"/>
            <p:cNvSpPr/>
            <p:nvPr/>
          </p:nvSpPr>
          <p:spPr>
            <a:xfrm>
              <a:off x="802712" y="4042603"/>
              <a:ext cx="47833" cy="8663"/>
            </a:xfrm>
            <a:custGeom>
              <a:rect b="b" l="l" r="r" t="t"/>
              <a:pathLst>
                <a:path extrusionOk="0" h="451" w="2490">
                  <a:moveTo>
                    <a:pt x="0" y="1"/>
                  </a:moveTo>
                  <a:lnTo>
                    <a:pt x="0" y="451"/>
                  </a:lnTo>
                  <a:lnTo>
                    <a:pt x="2490" y="451"/>
                  </a:lnTo>
                  <a:lnTo>
                    <a:pt x="249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35"/>
            <p:cNvSpPr/>
            <p:nvPr/>
          </p:nvSpPr>
          <p:spPr>
            <a:xfrm>
              <a:off x="504791" y="4042603"/>
              <a:ext cx="47852" cy="8663"/>
            </a:xfrm>
            <a:custGeom>
              <a:rect b="b" l="l" r="r" t="t"/>
              <a:pathLst>
                <a:path extrusionOk="0" h="451" w="2491">
                  <a:moveTo>
                    <a:pt x="1" y="1"/>
                  </a:moveTo>
                  <a:lnTo>
                    <a:pt x="1" y="451"/>
                  </a:lnTo>
                  <a:lnTo>
                    <a:pt x="2490" y="451"/>
                  </a:lnTo>
                  <a:lnTo>
                    <a:pt x="249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35"/>
            <p:cNvSpPr/>
            <p:nvPr/>
          </p:nvSpPr>
          <p:spPr>
            <a:xfrm>
              <a:off x="767345" y="3981984"/>
              <a:ext cx="73613" cy="34708"/>
            </a:xfrm>
            <a:custGeom>
              <a:rect b="b" l="l" r="r" t="t"/>
              <a:pathLst>
                <a:path extrusionOk="0" h="1807" w="3832">
                  <a:moveTo>
                    <a:pt x="3673" y="1"/>
                  </a:moveTo>
                  <a:lnTo>
                    <a:pt x="0" y="1384"/>
                  </a:lnTo>
                  <a:lnTo>
                    <a:pt x="158" y="1806"/>
                  </a:lnTo>
                  <a:lnTo>
                    <a:pt x="3831" y="421"/>
                  </a:lnTo>
                  <a:lnTo>
                    <a:pt x="3673"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35"/>
            <p:cNvSpPr/>
            <p:nvPr/>
          </p:nvSpPr>
          <p:spPr>
            <a:xfrm>
              <a:off x="514358" y="4077310"/>
              <a:ext cx="73517" cy="34670"/>
            </a:xfrm>
            <a:custGeom>
              <a:rect b="b" l="l" r="r" t="t"/>
              <a:pathLst>
                <a:path extrusionOk="0" h="1805" w="3827">
                  <a:moveTo>
                    <a:pt x="3666" y="1"/>
                  </a:moveTo>
                  <a:lnTo>
                    <a:pt x="0" y="1383"/>
                  </a:lnTo>
                  <a:lnTo>
                    <a:pt x="158" y="1805"/>
                  </a:lnTo>
                  <a:lnTo>
                    <a:pt x="3826" y="423"/>
                  </a:lnTo>
                  <a:lnTo>
                    <a:pt x="3666"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35"/>
            <p:cNvSpPr/>
            <p:nvPr/>
          </p:nvSpPr>
          <p:spPr>
            <a:xfrm>
              <a:off x="766864" y="4077041"/>
              <a:ext cx="74016" cy="34842"/>
            </a:xfrm>
            <a:custGeom>
              <a:rect b="b" l="l" r="r" t="t"/>
              <a:pathLst>
                <a:path extrusionOk="0" h="1814" w="3853">
                  <a:moveTo>
                    <a:pt x="161" y="1"/>
                  </a:moveTo>
                  <a:lnTo>
                    <a:pt x="1" y="421"/>
                  </a:lnTo>
                  <a:lnTo>
                    <a:pt x="3695" y="1814"/>
                  </a:lnTo>
                  <a:lnTo>
                    <a:pt x="3853" y="1392"/>
                  </a:lnTo>
                  <a:lnTo>
                    <a:pt x="16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35"/>
            <p:cNvSpPr/>
            <p:nvPr/>
          </p:nvSpPr>
          <p:spPr>
            <a:xfrm>
              <a:off x="514378" y="3981984"/>
              <a:ext cx="74035" cy="34842"/>
            </a:xfrm>
            <a:custGeom>
              <a:rect b="b" l="l" r="r" t="t"/>
              <a:pathLst>
                <a:path extrusionOk="0" h="1814" w="3854">
                  <a:moveTo>
                    <a:pt x="161" y="1"/>
                  </a:moveTo>
                  <a:lnTo>
                    <a:pt x="1" y="423"/>
                  </a:lnTo>
                  <a:lnTo>
                    <a:pt x="3695" y="1813"/>
                  </a:lnTo>
                  <a:lnTo>
                    <a:pt x="3853" y="1393"/>
                  </a:lnTo>
                  <a:lnTo>
                    <a:pt x="16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94" name="Google Shape;394;p35"/>
          <p:cNvSpPr/>
          <p:nvPr/>
        </p:nvSpPr>
        <p:spPr>
          <a:xfrm>
            <a:off x="5564061" y="4526948"/>
            <a:ext cx="320335" cy="329156"/>
          </a:xfrm>
          <a:custGeom>
            <a:rect b="b" l="l" r="r" t="t"/>
            <a:pathLst>
              <a:path extrusionOk="0" h="10299" w="10023">
                <a:moveTo>
                  <a:pt x="5149" y="1"/>
                </a:moveTo>
                <a:cubicBezTo>
                  <a:pt x="2309" y="1"/>
                  <a:pt x="1" y="2309"/>
                  <a:pt x="1" y="5149"/>
                </a:cubicBezTo>
                <a:cubicBezTo>
                  <a:pt x="1" y="7988"/>
                  <a:pt x="2309" y="10299"/>
                  <a:pt x="5149" y="10299"/>
                </a:cubicBezTo>
                <a:cubicBezTo>
                  <a:pt x="7411" y="10299"/>
                  <a:pt x="9333" y="8829"/>
                  <a:pt x="10022" y="6796"/>
                </a:cubicBezTo>
                <a:lnTo>
                  <a:pt x="7925" y="6796"/>
                </a:lnTo>
                <a:cubicBezTo>
                  <a:pt x="7360" y="7744"/>
                  <a:pt x="6328" y="8380"/>
                  <a:pt x="5149" y="8380"/>
                </a:cubicBezTo>
                <a:cubicBezTo>
                  <a:pt x="3368" y="8380"/>
                  <a:pt x="1917" y="6932"/>
                  <a:pt x="1917" y="5149"/>
                </a:cubicBezTo>
                <a:cubicBezTo>
                  <a:pt x="1917" y="3368"/>
                  <a:pt x="3368" y="1917"/>
                  <a:pt x="5149" y="1917"/>
                </a:cubicBezTo>
                <a:cubicBezTo>
                  <a:pt x="6328" y="1917"/>
                  <a:pt x="7360" y="2555"/>
                  <a:pt x="7925" y="3501"/>
                </a:cubicBezTo>
                <a:lnTo>
                  <a:pt x="10022" y="3501"/>
                </a:lnTo>
                <a:cubicBezTo>
                  <a:pt x="9333" y="1469"/>
                  <a:pt x="7411" y="1"/>
                  <a:pt x="514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35"/>
          <p:cNvSpPr/>
          <p:nvPr/>
        </p:nvSpPr>
        <p:spPr>
          <a:xfrm>
            <a:off x="6570477" y="366853"/>
            <a:ext cx="120767" cy="336292"/>
          </a:xfrm>
          <a:custGeom>
            <a:rect b="b" l="l" r="r" t="t"/>
            <a:pathLst>
              <a:path extrusionOk="0" h="9749" w="3501">
                <a:moveTo>
                  <a:pt x="3501" y="1"/>
                </a:moveTo>
                <a:cubicBezTo>
                  <a:pt x="1468" y="688"/>
                  <a:pt x="0" y="2611"/>
                  <a:pt x="0" y="4874"/>
                </a:cubicBezTo>
                <a:cubicBezTo>
                  <a:pt x="0" y="7135"/>
                  <a:pt x="1468" y="9059"/>
                  <a:pt x="3501" y="9748"/>
                </a:cubicBezTo>
                <a:lnTo>
                  <a:pt x="3501" y="7649"/>
                </a:lnTo>
                <a:cubicBezTo>
                  <a:pt x="2555" y="7084"/>
                  <a:pt x="1916" y="6054"/>
                  <a:pt x="1916" y="4874"/>
                </a:cubicBezTo>
                <a:cubicBezTo>
                  <a:pt x="1916" y="3696"/>
                  <a:pt x="2556" y="2673"/>
                  <a:pt x="3501" y="2109"/>
                </a:cubicBezTo>
                <a:lnTo>
                  <a:pt x="350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35"/>
          <p:cNvSpPr/>
          <p:nvPr/>
        </p:nvSpPr>
        <p:spPr>
          <a:xfrm>
            <a:off x="1235850" y="1095288"/>
            <a:ext cx="6672300" cy="29529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35"/>
          <p:cNvSpPr txBox="1"/>
          <p:nvPr>
            <p:ph type="title"/>
          </p:nvPr>
        </p:nvSpPr>
        <p:spPr>
          <a:xfrm>
            <a:off x="2201813" y="1880049"/>
            <a:ext cx="4740300" cy="841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600"/>
              <a:buNone/>
              <a:defRPr sz="45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98" name="Google Shape;398;p35"/>
          <p:cNvSpPr txBox="1"/>
          <p:nvPr>
            <p:ph idx="1" type="subTitle"/>
          </p:nvPr>
        </p:nvSpPr>
        <p:spPr>
          <a:xfrm>
            <a:off x="2201888" y="2723101"/>
            <a:ext cx="4740300" cy="1130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9"/>
          <p:cNvSpPr txBox="1"/>
          <p:nvPr>
            <p:ph type="title"/>
          </p:nvPr>
        </p:nvSpPr>
        <p:spPr>
          <a:xfrm>
            <a:off x="715100" y="445025"/>
            <a:ext cx="7713900" cy="5727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chemeClr val="dk1"/>
              </a:buClr>
              <a:buSzPts val="3000"/>
              <a:buFont typeface="Lusitana"/>
              <a:buNone/>
              <a:defRPr b="0" i="0" sz="3000" u="none" cap="none" strike="noStrike">
                <a:solidFill>
                  <a:schemeClr val="dk1"/>
                </a:solidFill>
                <a:latin typeface="Lusitana"/>
                <a:ea typeface="Lusitana"/>
                <a:cs typeface="Lusitana"/>
                <a:sym typeface="Lusitana"/>
              </a:defRPr>
            </a:lvl1pPr>
            <a:lvl2pPr lvl="1" marR="0" rtl="0" algn="l">
              <a:lnSpc>
                <a:spcPct val="100000"/>
              </a:lnSpc>
              <a:spcBef>
                <a:spcPts val="0"/>
              </a:spcBef>
              <a:spcAft>
                <a:spcPts val="0"/>
              </a:spcAft>
              <a:buClr>
                <a:srgbClr val="2D3A26"/>
              </a:buClr>
              <a:buSzPts val="3500"/>
              <a:buFont typeface="Lusitana"/>
              <a:buNone/>
              <a:defRPr b="0" i="0" sz="3500" u="none" cap="none" strike="noStrike">
                <a:solidFill>
                  <a:srgbClr val="2D3A26"/>
                </a:solidFill>
                <a:latin typeface="Lusitana"/>
                <a:ea typeface="Lusitana"/>
                <a:cs typeface="Lusitana"/>
                <a:sym typeface="Lusitana"/>
              </a:defRPr>
            </a:lvl2pPr>
            <a:lvl3pPr lvl="2" marR="0" rtl="0" algn="l">
              <a:lnSpc>
                <a:spcPct val="100000"/>
              </a:lnSpc>
              <a:spcBef>
                <a:spcPts val="0"/>
              </a:spcBef>
              <a:spcAft>
                <a:spcPts val="0"/>
              </a:spcAft>
              <a:buClr>
                <a:srgbClr val="2D3A26"/>
              </a:buClr>
              <a:buSzPts val="3500"/>
              <a:buFont typeface="Lusitana"/>
              <a:buNone/>
              <a:defRPr b="0" i="0" sz="3500" u="none" cap="none" strike="noStrike">
                <a:solidFill>
                  <a:srgbClr val="2D3A26"/>
                </a:solidFill>
                <a:latin typeface="Lusitana"/>
                <a:ea typeface="Lusitana"/>
                <a:cs typeface="Lusitana"/>
                <a:sym typeface="Lusitana"/>
              </a:defRPr>
            </a:lvl3pPr>
            <a:lvl4pPr lvl="3" marR="0" rtl="0" algn="l">
              <a:lnSpc>
                <a:spcPct val="100000"/>
              </a:lnSpc>
              <a:spcBef>
                <a:spcPts val="0"/>
              </a:spcBef>
              <a:spcAft>
                <a:spcPts val="0"/>
              </a:spcAft>
              <a:buClr>
                <a:srgbClr val="2D3A26"/>
              </a:buClr>
              <a:buSzPts val="3500"/>
              <a:buFont typeface="Lusitana"/>
              <a:buNone/>
              <a:defRPr b="0" i="0" sz="3500" u="none" cap="none" strike="noStrike">
                <a:solidFill>
                  <a:srgbClr val="2D3A26"/>
                </a:solidFill>
                <a:latin typeface="Lusitana"/>
                <a:ea typeface="Lusitana"/>
                <a:cs typeface="Lusitana"/>
                <a:sym typeface="Lusitana"/>
              </a:defRPr>
            </a:lvl4pPr>
            <a:lvl5pPr lvl="4" marR="0" rtl="0" algn="l">
              <a:lnSpc>
                <a:spcPct val="100000"/>
              </a:lnSpc>
              <a:spcBef>
                <a:spcPts val="0"/>
              </a:spcBef>
              <a:spcAft>
                <a:spcPts val="0"/>
              </a:spcAft>
              <a:buClr>
                <a:srgbClr val="2D3A26"/>
              </a:buClr>
              <a:buSzPts val="3500"/>
              <a:buFont typeface="Lusitana"/>
              <a:buNone/>
              <a:defRPr b="0" i="0" sz="3500" u="none" cap="none" strike="noStrike">
                <a:solidFill>
                  <a:srgbClr val="2D3A26"/>
                </a:solidFill>
                <a:latin typeface="Lusitana"/>
                <a:ea typeface="Lusitana"/>
                <a:cs typeface="Lusitana"/>
                <a:sym typeface="Lusitana"/>
              </a:defRPr>
            </a:lvl5pPr>
            <a:lvl6pPr lvl="5" marR="0" rtl="0" algn="l">
              <a:lnSpc>
                <a:spcPct val="100000"/>
              </a:lnSpc>
              <a:spcBef>
                <a:spcPts val="0"/>
              </a:spcBef>
              <a:spcAft>
                <a:spcPts val="0"/>
              </a:spcAft>
              <a:buClr>
                <a:srgbClr val="2D3A26"/>
              </a:buClr>
              <a:buSzPts val="3500"/>
              <a:buFont typeface="Lusitana"/>
              <a:buNone/>
              <a:defRPr b="0" i="0" sz="3500" u="none" cap="none" strike="noStrike">
                <a:solidFill>
                  <a:srgbClr val="2D3A26"/>
                </a:solidFill>
                <a:latin typeface="Lusitana"/>
                <a:ea typeface="Lusitana"/>
                <a:cs typeface="Lusitana"/>
                <a:sym typeface="Lusitana"/>
              </a:defRPr>
            </a:lvl6pPr>
            <a:lvl7pPr lvl="6" marR="0" rtl="0" algn="l">
              <a:lnSpc>
                <a:spcPct val="100000"/>
              </a:lnSpc>
              <a:spcBef>
                <a:spcPts val="0"/>
              </a:spcBef>
              <a:spcAft>
                <a:spcPts val="0"/>
              </a:spcAft>
              <a:buClr>
                <a:srgbClr val="2D3A26"/>
              </a:buClr>
              <a:buSzPts val="3500"/>
              <a:buFont typeface="Lusitana"/>
              <a:buNone/>
              <a:defRPr b="0" i="0" sz="3500" u="none" cap="none" strike="noStrike">
                <a:solidFill>
                  <a:srgbClr val="2D3A26"/>
                </a:solidFill>
                <a:latin typeface="Lusitana"/>
                <a:ea typeface="Lusitana"/>
                <a:cs typeface="Lusitana"/>
                <a:sym typeface="Lusitana"/>
              </a:defRPr>
            </a:lvl7pPr>
            <a:lvl8pPr lvl="7" marR="0" rtl="0" algn="l">
              <a:lnSpc>
                <a:spcPct val="100000"/>
              </a:lnSpc>
              <a:spcBef>
                <a:spcPts val="0"/>
              </a:spcBef>
              <a:spcAft>
                <a:spcPts val="0"/>
              </a:spcAft>
              <a:buClr>
                <a:srgbClr val="2D3A26"/>
              </a:buClr>
              <a:buSzPts val="3500"/>
              <a:buFont typeface="Lusitana"/>
              <a:buNone/>
              <a:defRPr b="0" i="0" sz="3500" u="none" cap="none" strike="noStrike">
                <a:solidFill>
                  <a:srgbClr val="2D3A26"/>
                </a:solidFill>
                <a:latin typeface="Lusitana"/>
                <a:ea typeface="Lusitana"/>
                <a:cs typeface="Lusitana"/>
                <a:sym typeface="Lusitana"/>
              </a:defRPr>
            </a:lvl8pPr>
            <a:lvl9pPr lvl="8" marR="0" rtl="0" algn="l">
              <a:lnSpc>
                <a:spcPct val="100000"/>
              </a:lnSpc>
              <a:spcBef>
                <a:spcPts val="0"/>
              </a:spcBef>
              <a:spcAft>
                <a:spcPts val="0"/>
              </a:spcAft>
              <a:buClr>
                <a:srgbClr val="2D3A26"/>
              </a:buClr>
              <a:buSzPts val="3500"/>
              <a:buFont typeface="Lusitana"/>
              <a:buNone/>
              <a:defRPr b="0" i="0" sz="3500" u="none" cap="none" strike="noStrike">
                <a:solidFill>
                  <a:srgbClr val="2D3A26"/>
                </a:solidFill>
                <a:latin typeface="Lusitana"/>
                <a:ea typeface="Lusitana"/>
                <a:cs typeface="Lusitana"/>
                <a:sym typeface="Lusitana"/>
              </a:defRPr>
            </a:lvl9pPr>
          </a:lstStyle>
          <a:p/>
        </p:txBody>
      </p:sp>
      <p:sp>
        <p:nvSpPr>
          <p:cNvPr id="7" name="Google Shape;7;p29"/>
          <p:cNvSpPr txBox="1"/>
          <p:nvPr>
            <p:ph idx="1" type="body"/>
          </p:nvPr>
        </p:nvSpPr>
        <p:spPr>
          <a:xfrm>
            <a:off x="715100" y="1152475"/>
            <a:ext cx="7713900" cy="34164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1pPr>
            <a:lvl2pPr indent="-304800" lvl="1" marL="9144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2pPr>
            <a:lvl3pPr indent="-304800" lvl="2" marL="13716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3pPr>
            <a:lvl4pPr indent="-304800" lvl="3" marL="18288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4pPr>
            <a:lvl5pPr indent="-304800" lvl="4" marL="22860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5pPr>
            <a:lvl6pPr indent="-304800" lvl="5" marL="27432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6pPr>
            <a:lvl7pPr indent="-304800" lvl="6" marL="32004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7pPr>
            <a:lvl8pPr indent="-304800" lvl="7" marL="36576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8pPr>
            <a:lvl9pPr indent="-304800" lvl="8" marL="41148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7.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gi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9.gi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8.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2" name="Shape 402"/>
        <p:cNvGrpSpPr/>
        <p:nvPr/>
      </p:nvGrpSpPr>
      <p:grpSpPr>
        <a:xfrm>
          <a:off x="0" y="0"/>
          <a:ext cx="0" cy="0"/>
          <a:chOff x="0" y="0"/>
          <a:chExt cx="0" cy="0"/>
        </a:xfrm>
      </p:grpSpPr>
      <p:sp>
        <p:nvSpPr>
          <p:cNvPr id="403" name="Google Shape;403;p1"/>
          <p:cNvSpPr txBox="1"/>
          <p:nvPr>
            <p:ph type="ctrTitle"/>
          </p:nvPr>
        </p:nvSpPr>
        <p:spPr>
          <a:xfrm>
            <a:off x="1605450" y="1619458"/>
            <a:ext cx="5933100" cy="1201563"/>
          </a:xfrm>
          <a:prstGeom prst="rect">
            <a:avLst/>
          </a:prstGeom>
          <a:noFill/>
          <a:ln>
            <a:noFill/>
          </a:ln>
        </p:spPr>
        <p:txBody>
          <a:bodyPr anchorCtr="0" anchor="b" bIns="91425" lIns="91425" spcFirstLastPara="1" rIns="91425" wrap="square" tIns="91425">
            <a:noAutofit/>
          </a:bodyPr>
          <a:lstStyle/>
          <a:p>
            <a:pPr indent="0" lvl="0" marL="0" rtl="0" algn="ctr">
              <a:lnSpc>
                <a:spcPct val="90000"/>
              </a:lnSpc>
              <a:spcBef>
                <a:spcPts val="0"/>
              </a:spcBef>
              <a:spcAft>
                <a:spcPts val="0"/>
              </a:spcAft>
              <a:buSzPts val="5200"/>
              <a:buNone/>
            </a:pPr>
            <a:r>
              <a:rPr lang="en-US" sz="3600"/>
              <a:t>VAC 25</a:t>
            </a:r>
            <a:br>
              <a:rPr lang="en-US" sz="3600"/>
            </a:br>
            <a:r>
              <a:rPr lang="en-US" sz="3600"/>
              <a:t>Value-driven leadership</a:t>
            </a:r>
            <a:endParaRPr sz="36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US"/>
              <a:t>COURSE SYLLABUS</a:t>
            </a:r>
            <a:endParaRPr/>
          </a:p>
        </p:txBody>
      </p:sp>
      <p:sp>
        <p:nvSpPr>
          <p:cNvPr id="409" name="Google Shape;409;p2"/>
          <p:cNvSpPr txBox="1"/>
          <p:nvPr/>
        </p:nvSpPr>
        <p:spPr>
          <a:xfrm>
            <a:off x="720000" y="1108517"/>
            <a:ext cx="7704000" cy="3676904"/>
          </a:xfrm>
          <a:prstGeom prst="rect">
            <a:avLst/>
          </a:prstGeom>
          <a:noFill/>
          <a:ln>
            <a:noFill/>
          </a:ln>
        </p:spPr>
        <p:txBody>
          <a:bodyPr anchorCtr="0" anchor="t" bIns="45700" lIns="91425" spcFirstLastPara="1" rIns="91425" wrap="square" tIns="45700">
            <a:spAutoFit/>
          </a:bodyPr>
          <a:lstStyle/>
          <a:p>
            <a:pPr indent="0" lvl="0" marL="0" marR="0" rtl="0" algn="just">
              <a:lnSpc>
                <a:spcPct val="107000"/>
              </a:lnSpc>
              <a:spcBef>
                <a:spcPts val="0"/>
              </a:spcBef>
              <a:spcAft>
                <a:spcPts val="0"/>
              </a:spcAft>
              <a:buNone/>
            </a:pPr>
            <a:r>
              <a:rPr b="1" i="0" lang="en-US" sz="1050" u="none" cap="none" strike="noStrike">
                <a:solidFill>
                  <a:srgbClr val="000000"/>
                </a:solidFill>
                <a:latin typeface="Times New Roman"/>
                <a:ea typeface="Times New Roman"/>
                <a:cs typeface="Times New Roman"/>
                <a:sym typeface="Times New Roman"/>
              </a:rPr>
              <a:t>Unit 1: Introduction and Resolving Conflicts of Values within and between other Stakeholders</a:t>
            </a:r>
            <a:endParaRPr b="0" i="0" sz="1050" u="none" cap="none" strike="noStrike">
              <a:solidFill>
                <a:srgbClr val="000000"/>
              </a:solidFill>
              <a:latin typeface="Calibri"/>
              <a:ea typeface="Calibri"/>
              <a:cs typeface="Calibri"/>
              <a:sym typeface="Calibri"/>
            </a:endParaRPr>
          </a:p>
          <a:p>
            <a:pPr indent="0" lvl="0" marL="0" marR="0" rtl="0" algn="just">
              <a:lnSpc>
                <a:spcPct val="107000"/>
              </a:lnSpc>
              <a:spcBef>
                <a:spcPts val="800"/>
              </a:spcBef>
              <a:spcAft>
                <a:spcPts val="0"/>
              </a:spcAft>
              <a:buNone/>
            </a:pPr>
            <a:r>
              <a:rPr b="0" i="0" lang="en-US" sz="1050" u="none" cap="none" strike="noStrike">
                <a:solidFill>
                  <a:srgbClr val="000000"/>
                </a:solidFill>
                <a:latin typeface="Times New Roman"/>
                <a:ea typeface="Times New Roman"/>
                <a:cs typeface="Times New Roman"/>
                <a:sym typeface="Times New Roman"/>
              </a:rPr>
              <a:t>Introduction to Concepts like Morals, Values, Ethics, Trust, Integrity, Justice, Fairness, Community, Civility and Community, Conflicts, and Stakeholders. Issues of Conflicts. Resolving Conflicts of Values within and between other Stakeholders. </a:t>
            </a:r>
            <a:endParaRPr b="0" i="0" sz="1050" u="none" cap="none" strike="noStrike">
              <a:solidFill>
                <a:srgbClr val="000000"/>
              </a:solidFill>
              <a:latin typeface="Calibri"/>
              <a:ea typeface="Calibri"/>
              <a:cs typeface="Calibri"/>
              <a:sym typeface="Calibri"/>
            </a:endParaRPr>
          </a:p>
          <a:p>
            <a:pPr indent="0" lvl="0" marL="0" marR="0" rtl="0" algn="just">
              <a:lnSpc>
                <a:spcPct val="107000"/>
              </a:lnSpc>
              <a:spcBef>
                <a:spcPts val="800"/>
              </a:spcBef>
              <a:spcAft>
                <a:spcPts val="0"/>
              </a:spcAft>
              <a:buNone/>
            </a:pPr>
            <a:r>
              <a:rPr b="1" i="0" lang="en-US" sz="1050" u="none" cap="none" strike="noStrike">
                <a:solidFill>
                  <a:srgbClr val="000000"/>
                </a:solidFill>
                <a:highlight>
                  <a:srgbClr val="C0C0C0"/>
                </a:highlight>
                <a:latin typeface="Times New Roman"/>
                <a:ea typeface="Times New Roman"/>
                <a:cs typeface="Times New Roman"/>
                <a:sym typeface="Times New Roman"/>
              </a:rPr>
              <a:t>Unit 2: Workforce Diversity and Corporate Social Responsibility</a:t>
            </a:r>
            <a:endParaRPr b="0" i="0" sz="1050" u="none" cap="none" strike="noStrike">
              <a:solidFill>
                <a:srgbClr val="000000"/>
              </a:solidFill>
              <a:highlight>
                <a:srgbClr val="C0C0C0"/>
              </a:highlight>
              <a:latin typeface="Calibri"/>
              <a:ea typeface="Calibri"/>
              <a:cs typeface="Calibri"/>
              <a:sym typeface="Calibri"/>
            </a:endParaRPr>
          </a:p>
          <a:p>
            <a:pPr indent="0" lvl="0" marL="0" marR="0" rtl="0" algn="just">
              <a:lnSpc>
                <a:spcPct val="107000"/>
              </a:lnSpc>
              <a:spcBef>
                <a:spcPts val="800"/>
              </a:spcBef>
              <a:spcAft>
                <a:spcPts val="0"/>
              </a:spcAft>
              <a:buNone/>
            </a:pPr>
            <a:r>
              <a:rPr b="0" i="0" lang="en-US" sz="1050" u="none" cap="none" strike="noStrike">
                <a:solidFill>
                  <a:srgbClr val="000000"/>
                </a:solidFill>
                <a:highlight>
                  <a:srgbClr val="C0C0C0"/>
                </a:highlight>
                <a:latin typeface="Times New Roman"/>
                <a:ea typeface="Times New Roman"/>
                <a:cs typeface="Times New Roman"/>
                <a:sym typeface="Times New Roman"/>
              </a:rPr>
              <a:t>Diversity, Types of Diversity, Benefits of Workforce Diversity. Corporate Social Responsibility. Milton Friedman's Approach, Companies Act and Corporate Social Responsibility</a:t>
            </a:r>
            <a:endParaRPr b="0" i="0" sz="1050" u="none" cap="none" strike="noStrike">
              <a:solidFill>
                <a:srgbClr val="000000"/>
              </a:solidFill>
              <a:highlight>
                <a:srgbClr val="C0C0C0"/>
              </a:highlight>
              <a:latin typeface="Calibri"/>
              <a:ea typeface="Calibri"/>
              <a:cs typeface="Calibri"/>
              <a:sym typeface="Calibri"/>
            </a:endParaRPr>
          </a:p>
          <a:p>
            <a:pPr indent="0" lvl="0" marL="0" marR="0" rtl="0" algn="just">
              <a:lnSpc>
                <a:spcPct val="107000"/>
              </a:lnSpc>
              <a:spcBef>
                <a:spcPts val="800"/>
              </a:spcBef>
              <a:spcAft>
                <a:spcPts val="0"/>
              </a:spcAft>
              <a:buNone/>
            </a:pPr>
            <a:r>
              <a:rPr b="1" i="0" lang="en-US" sz="1050" u="none" cap="none" strike="noStrike">
                <a:solidFill>
                  <a:srgbClr val="000000"/>
                </a:solidFill>
                <a:latin typeface="Times New Roman"/>
                <a:ea typeface="Times New Roman"/>
                <a:cs typeface="Times New Roman"/>
                <a:sym typeface="Times New Roman"/>
              </a:rPr>
              <a:t>Unit 3: Managing Values through Incentives and Informal Mechanisms</a:t>
            </a:r>
            <a:endParaRPr b="0" i="0" sz="1050" u="none" cap="none" strike="noStrike">
              <a:solidFill>
                <a:srgbClr val="000000"/>
              </a:solidFill>
              <a:latin typeface="Calibri"/>
              <a:ea typeface="Calibri"/>
              <a:cs typeface="Calibri"/>
              <a:sym typeface="Calibri"/>
            </a:endParaRPr>
          </a:p>
          <a:p>
            <a:pPr indent="0" lvl="0" marL="0" marR="0" rtl="0" algn="just">
              <a:lnSpc>
                <a:spcPct val="107000"/>
              </a:lnSpc>
              <a:spcBef>
                <a:spcPts val="800"/>
              </a:spcBef>
              <a:spcAft>
                <a:spcPts val="0"/>
              </a:spcAft>
              <a:buNone/>
            </a:pPr>
            <a:r>
              <a:rPr b="0" i="0" lang="en-US" sz="1050" u="none" cap="none" strike="noStrike">
                <a:solidFill>
                  <a:srgbClr val="000000"/>
                </a:solidFill>
                <a:latin typeface="Times New Roman"/>
                <a:ea typeface="Times New Roman"/>
                <a:cs typeface="Times New Roman"/>
                <a:sym typeface="Times New Roman"/>
              </a:rPr>
              <a:t> Managing Values, Incentives, Material Incentives, Informal Mechanisms, Managing Values through Incentives and Informal Mechanisms</a:t>
            </a:r>
            <a:endParaRPr b="0" i="0" sz="1050" u="none" cap="none" strike="noStrike">
              <a:solidFill>
                <a:srgbClr val="000000"/>
              </a:solidFill>
              <a:latin typeface="Calibri"/>
              <a:ea typeface="Calibri"/>
              <a:cs typeface="Calibri"/>
              <a:sym typeface="Calibri"/>
            </a:endParaRPr>
          </a:p>
          <a:p>
            <a:pPr indent="0" lvl="0" marL="0" marR="0" rtl="0" algn="just">
              <a:lnSpc>
                <a:spcPct val="107000"/>
              </a:lnSpc>
              <a:spcBef>
                <a:spcPts val="800"/>
              </a:spcBef>
              <a:spcAft>
                <a:spcPts val="0"/>
              </a:spcAft>
              <a:buNone/>
            </a:pPr>
            <a:r>
              <a:rPr b="1" i="0" lang="en-US" sz="1050" u="none" cap="none" strike="noStrike">
                <a:solidFill>
                  <a:srgbClr val="000000"/>
                </a:solidFill>
                <a:latin typeface="Times New Roman"/>
                <a:ea typeface="Times New Roman"/>
                <a:cs typeface="Times New Roman"/>
                <a:sym typeface="Times New Roman"/>
              </a:rPr>
              <a:t>Unit 4: Speaking the Truth and Values Based Marketing</a:t>
            </a:r>
            <a:endParaRPr b="0" i="0" sz="1050" u="none" cap="none" strike="noStrike">
              <a:solidFill>
                <a:srgbClr val="000000"/>
              </a:solidFill>
              <a:latin typeface="Calibri"/>
              <a:ea typeface="Calibri"/>
              <a:cs typeface="Calibri"/>
              <a:sym typeface="Calibri"/>
            </a:endParaRPr>
          </a:p>
          <a:p>
            <a:pPr indent="0" lvl="0" marL="0" marR="0" rtl="0" algn="just">
              <a:lnSpc>
                <a:spcPct val="107000"/>
              </a:lnSpc>
              <a:spcBef>
                <a:spcPts val="800"/>
              </a:spcBef>
              <a:spcAft>
                <a:spcPts val="0"/>
              </a:spcAft>
              <a:buNone/>
            </a:pPr>
            <a:r>
              <a:rPr b="0" i="0" lang="en-US" sz="1050" u="none" cap="none" strike="noStrike">
                <a:solidFill>
                  <a:srgbClr val="000000"/>
                </a:solidFill>
                <a:latin typeface="Times New Roman"/>
                <a:ea typeface="Times New Roman"/>
                <a:cs typeface="Times New Roman"/>
                <a:sym typeface="Times New Roman"/>
              </a:rPr>
              <a:t>Truth, Unethical Behaviour, Situations where Truth is dangerous for the organization, Importance of Speaking the Truth. Ethical implications of Marketing Values, Importance of Values Based Marketing. Thomas Donaldson's Ethical Algorithm</a:t>
            </a:r>
            <a:endParaRPr b="0" i="0" sz="1050" u="none" cap="none" strike="noStrike">
              <a:solidFill>
                <a:srgbClr val="000000"/>
              </a:solidFill>
              <a:latin typeface="Calibri"/>
              <a:ea typeface="Calibri"/>
              <a:cs typeface="Calibri"/>
              <a:sym typeface="Calibri"/>
            </a:endParaRPr>
          </a:p>
          <a:p>
            <a:pPr indent="0" lvl="0" marL="0" marR="0" rtl="0" algn="just">
              <a:lnSpc>
                <a:spcPct val="107000"/>
              </a:lnSpc>
              <a:spcBef>
                <a:spcPts val="800"/>
              </a:spcBef>
              <a:spcAft>
                <a:spcPts val="0"/>
              </a:spcAft>
              <a:buNone/>
            </a:pPr>
            <a:r>
              <a:rPr b="1" i="0" lang="en-US" sz="1050" u="none" cap="none" strike="noStrike">
                <a:solidFill>
                  <a:srgbClr val="000000"/>
                </a:solidFill>
                <a:latin typeface="Times New Roman"/>
                <a:ea typeface="Times New Roman"/>
                <a:cs typeface="Times New Roman"/>
                <a:sym typeface="Times New Roman"/>
              </a:rPr>
              <a:t>Unit 5: Building Social Capital </a:t>
            </a:r>
            <a:endParaRPr b="0" i="0" sz="1050" u="none" cap="none" strike="noStrike">
              <a:solidFill>
                <a:srgbClr val="000000"/>
              </a:solidFill>
              <a:latin typeface="Calibri"/>
              <a:ea typeface="Calibri"/>
              <a:cs typeface="Calibri"/>
              <a:sym typeface="Calibri"/>
            </a:endParaRPr>
          </a:p>
          <a:p>
            <a:pPr indent="0" lvl="0" marL="0" marR="0" rtl="0" algn="just">
              <a:lnSpc>
                <a:spcPct val="107000"/>
              </a:lnSpc>
              <a:spcBef>
                <a:spcPts val="800"/>
              </a:spcBef>
              <a:spcAft>
                <a:spcPts val="0"/>
              </a:spcAft>
              <a:buNone/>
            </a:pPr>
            <a:r>
              <a:rPr b="0" i="0" lang="en-US" sz="1050" u="none" cap="none" strike="noStrike">
                <a:solidFill>
                  <a:srgbClr val="000000"/>
                </a:solidFill>
                <a:latin typeface="Times New Roman"/>
                <a:ea typeface="Times New Roman"/>
                <a:cs typeface="Times New Roman"/>
                <a:sym typeface="Times New Roman"/>
              </a:rPr>
              <a:t>Social Capital, Constituents of Social Capital, Importance of Social Capital for an Organization, Use Organizational Intellectual Capital to Create Value</a:t>
            </a:r>
            <a:endParaRPr b="0" i="0" sz="1050" u="none" cap="none" strike="noStrike">
              <a:solidFill>
                <a:srgbClr val="000000"/>
              </a:solidFill>
              <a:latin typeface="Calibri"/>
              <a:ea typeface="Calibri"/>
              <a:cs typeface="Calibri"/>
              <a:sym typeface="Calibri"/>
            </a:endParaRPr>
          </a:p>
          <a:p>
            <a:pPr indent="-285750" lvl="0" marL="342900" marR="0" rtl="0" algn="l">
              <a:lnSpc>
                <a:spcPct val="100000"/>
              </a:lnSpc>
              <a:spcBef>
                <a:spcPts val="80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3"/>
          <p:cNvSpPr txBox="1"/>
          <p:nvPr>
            <p:ph type="ctrTitle"/>
          </p:nvPr>
        </p:nvSpPr>
        <p:spPr>
          <a:xfrm>
            <a:off x="1605450" y="2081718"/>
            <a:ext cx="5933100" cy="1169531"/>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rgbClr val="191919"/>
              </a:buClr>
              <a:buSzPts val="5200"/>
              <a:buNone/>
            </a:pPr>
            <a:r>
              <a:rPr lang="en-US"/>
              <a:t>UNIT 2</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4"/>
          <p:cNvSpPr txBox="1"/>
          <p:nvPr/>
        </p:nvSpPr>
        <p:spPr>
          <a:xfrm>
            <a:off x="857569" y="472441"/>
            <a:ext cx="7561316" cy="44844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3000"/>
              <a:buFont typeface="Lusitana"/>
              <a:buNone/>
            </a:pPr>
            <a:r>
              <a:rPr b="1" i="0" lang="en-US" sz="1600" u="none" cap="none" strike="noStrike">
                <a:solidFill>
                  <a:schemeClr val="dk1"/>
                </a:solidFill>
                <a:latin typeface="Lusitana"/>
                <a:ea typeface="Lusitana"/>
                <a:cs typeface="Lusitana"/>
                <a:sym typeface="Lusitana"/>
              </a:rPr>
              <a:t>WORKPLACE DIVERSITY</a:t>
            </a:r>
            <a:endParaRPr b="1" i="0" sz="1600" u="none" cap="none" strike="noStrike">
              <a:solidFill>
                <a:schemeClr val="dk1"/>
              </a:solidFill>
              <a:latin typeface="Lusitana"/>
              <a:ea typeface="Lusitana"/>
              <a:cs typeface="Lusitana"/>
              <a:sym typeface="Lusitana"/>
            </a:endParaRPr>
          </a:p>
        </p:txBody>
      </p:sp>
      <p:sp>
        <p:nvSpPr>
          <p:cNvPr id="420" name="Google Shape;420;p4"/>
          <p:cNvSpPr/>
          <p:nvPr/>
        </p:nvSpPr>
        <p:spPr>
          <a:xfrm>
            <a:off x="725115" y="920885"/>
            <a:ext cx="7561316" cy="3168953"/>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Workplace diversity means respecting and valuing the ` and differences that each staff member brings into the workspace. </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A diverse workplace is an inclusive environment that provides equal rights and opportunities for all workers, regardless of gender, colour, age, ethnicity, physical ability, sexual orientation, religious beliefs, and so on.</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It is the law in several countries for workplaces to provide equal opportunity to their employees, as well as to create a workplace free from discrimination and harassment. </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Employers are responsible for putting measures into place to overcome employment disadvantage and discrimination in the workplace. This includes valuing workplace diversity and ensuring that a workplace is free from racial and sexual harassment, discrimination, and bullying.</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Workplace diversity was one of the key workplace trends in 2020. With the pandemic caused by Covid-19, companies have turned to the global workforce and started hiring more and more diverse teams while working remotely.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pic>
        <p:nvPicPr>
          <p:cNvPr id="425" name="Google Shape;425;p5"/>
          <p:cNvPicPr preferRelativeResize="0"/>
          <p:nvPr/>
        </p:nvPicPr>
        <p:blipFill rotWithShape="1">
          <a:blip r:embed="rId3">
            <a:alphaModFix/>
          </a:blip>
          <a:srcRect b="0" l="0" r="0" t="0"/>
          <a:stretch/>
        </p:blipFill>
        <p:spPr>
          <a:xfrm>
            <a:off x="5172709" y="1943947"/>
            <a:ext cx="3456940" cy="3456940"/>
          </a:xfrm>
          <a:prstGeom prst="rect">
            <a:avLst/>
          </a:prstGeom>
          <a:noFill/>
          <a:ln>
            <a:noFill/>
          </a:ln>
        </p:spPr>
      </p:pic>
      <p:pic>
        <p:nvPicPr>
          <p:cNvPr descr="Diversity in the workplace: a helpful guide - kiwiHR" id="426" name="Google Shape;426;p5"/>
          <p:cNvPicPr preferRelativeResize="0"/>
          <p:nvPr/>
        </p:nvPicPr>
        <p:blipFill rotWithShape="1">
          <a:blip r:embed="rId4">
            <a:alphaModFix/>
          </a:blip>
          <a:srcRect b="0" l="0" r="0" t="0"/>
          <a:stretch/>
        </p:blipFill>
        <p:spPr>
          <a:xfrm>
            <a:off x="819572" y="395181"/>
            <a:ext cx="4353137" cy="435313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6"/>
          <p:cNvSpPr/>
          <p:nvPr/>
        </p:nvSpPr>
        <p:spPr>
          <a:xfrm>
            <a:off x="791342" y="852213"/>
            <a:ext cx="7561316" cy="921529"/>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0" i="0" lang="en-US" sz="1100" u="none" cap="none" strike="noStrike">
                <a:solidFill>
                  <a:schemeClr val="dk1"/>
                </a:solidFill>
                <a:latin typeface="Lusitana"/>
                <a:ea typeface="Lusitana"/>
                <a:cs typeface="Lusitana"/>
                <a:sym typeface="Lusitana"/>
              </a:rPr>
              <a:t>Having a diverse and multicultural workplace brings several advantages. Since today’s world is increasingly more globalised and interconnected, workplaces should take advantage of the diverse range of skills individuals from different backgrounds and languages can bring. </a:t>
            </a:r>
            <a:endParaRPr/>
          </a:p>
        </p:txBody>
      </p:sp>
      <p:sp>
        <p:nvSpPr>
          <p:cNvPr id="432" name="Google Shape;432;p6"/>
          <p:cNvSpPr txBox="1"/>
          <p:nvPr/>
        </p:nvSpPr>
        <p:spPr>
          <a:xfrm>
            <a:off x="857569" y="472441"/>
            <a:ext cx="7561316" cy="44844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3000"/>
              <a:buFont typeface="Lusitana"/>
              <a:buNone/>
            </a:pPr>
            <a:r>
              <a:rPr b="1" i="0" lang="en-US" sz="1600" u="none" cap="none" strike="noStrike">
                <a:solidFill>
                  <a:schemeClr val="dk1"/>
                </a:solidFill>
                <a:latin typeface="Lusitana"/>
                <a:ea typeface="Lusitana"/>
                <a:cs typeface="Lusitana"/>
                <a:sym typeface="Lusitana"/>
              </a:rPr>
              <a:t>BENEFITS</a:t>
            </a:r>
            <a:endParaRPr b="1" i="0" sz="1600" u="none" cap="none" strike="noStrike">
              <a:solidFill>
                <a:schemeClr val="dk1"/>
              </a:solidFill>
              <a:latin typeface="Lusitana"/>
              <a:ea typeface="Lusitana"/>
              <a:cs typeface="Lusitana"/>
              <a:sym typeface="Lusitana"/>
            </a:endParaRPr>
          </a:p>
        </p:txBody>
      </p:sp>
      <p:pic>
        <p:nvPicPr>
          <p:cNvPr descr="Top-10-benefits-of-workplace-diversity" id="433" name="Google Shape;433;p6"/>
          <p:cNvPicPr preferRelativeResize="0"/>
          <p:nvPr/>
        </p:nvPicPr>
        <p:blipFill rotWithShape="1">
          <a:blip r:embed="rId3">
            <a:alphaModFix/>
          </a:blip>
          <a:srcRect b="3319" l="9227" r="6339" t="17751"/>
          <a:stretch/>
        </p:blipFill>
        <p:spPr>
          <a:xfrm>
            <a:off x="1920748" y="1975653"/>
            <a:ext cx="5302503" cy="278821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
          <p:cNvSpPr/>
          <p:nvPr/>
        </p:nvSpPr>
        <p:spPr>
          <a:xfrm>
            <a:off x="692821" y="658840"/>
            <a:ext cx="2715759" cy="349049"/>
          </a:xfrm>
          <a:prstGeom prst="roundRect">
            <a:avLst>
              <a:gd fmla="val 16667" name="adj"/>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39" name="Google Shape;439;p7"/>
          <p:cNvSpPr txBox="1"/>
          <p:nvPr>
            <p:ph idx="2" type="title"/>
          </p:nvPr>
        </p:nvSpPr>
        <p:spPr>
          <a:xfrm>
            <a:off x="677966" y="551873"/>
            <a:ext cx="2730614"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400"/>
              <a:t>Variety of different perspectives</a:t>
            </a:r>
            <a:endParaRPr sz="1400"/>
          </a:p>
        </p:txBody>
      </p:sp>
      <p:sp>
        <p:nvSpPr>
          <p:cNvPr id="440" name="Google Shape;440;p7"/>
          <p:cNvSpPr txBox="1"/>
          <p:nvPr>
            <p:ph idx="4" type="title"/>
          </p:nvPr>
        </p:nvSpPr>
        <p:spPr>
          <a:xfrm>
            <a:off x="677965" y="1007889"/>
            <a:ext cx="1715239" cy="4881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US" sz="1400"/>
              <a:t>Increased creativity</a:t>
            </a:r>
            <a:endParaRPr sz="1400"/>
          </a:p>
        </p:txBody>
      </p:sp>
      <p:sp>
        <p:nvSpPr>
          <p:cNvPr id="441" name="Google Shape;441;p7"/>
          <p:cNvSpPr/>
          <p:nvPr/>
        </p:nvSpPr>
        <p:spPr>
          <a:xfrm>
            <a:off x="3820438" y="480061"/>
            <a:ext cx="4713962" cy="4011737"/>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Diversity in the workplace ensures a variety of different perspectives. </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Since it means that employees will have different characteristics and backgrounds, they are also more likely to have a variety of different skills and experiences.</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Consequently, employees in a company with higher workplace diversity will have access to a variety of different perspectives, which is highly beneficial when it comes to planning and executing a business strategy. </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A diverse range of cultures within the workplace allows companies to deal with the different nuances within a global marketplace. </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For example - if a company does business with China, for example, having an employee who can speak Mandarin is an asset and can lead to improved workplace relations.</a:t>
            </a:r>
            <a:endParaRPr/>
          </a:p>
        </p:txBody>
      </p:sp>
      <p:sp>
        <p:nvSpPr>
          <p:cNvPr id="442" name="Google Shape;442;p7"/>
          <p:cNvSpPr txBox="1"/>
          <p:nvPr/>
        </p:nvSpPr>
        <p:spPr>
          <a:xfrm>
            <a:off x="677965" y="1349820"/>
            <a:ext cx="1715239"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Higher innovation</a:t>
            </a:r>
            <a:endParaRPr/>
          </a:p>
        </p:txBody>
      </p:sp>
      <p:sp>
        <p:nvSpPr>
          <p:cNvPr id="443" name="Google Shape;443;p7"/>
          <p:cNvSpPr txBox="1"/>
          <p:nvPr/>
        </p:nvSpPr>
        <p:spPr>
          <a:xfrm>
            <a:off x="677965" y="1729596"/>
            <a:ext cx="2016689"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Faster problem solving</a:t>
            </a:r>
            <a:endParaRPr/>
          </a:p>
        </p:txBody>
      </p:sp>
      <p:sp>
        <p:nvSpPr>
          <p:cNvPr id="444" name="Google Shape;444;p7"/>
          <p:cNvSpPr txBox="1"/>
          <p:nvPr/>
        </p:nvSpPr>
        <p:spPr>
          <a:xfrm>
            <a:off x="677965" y="2090449"/>
            <a:ext cx="2016688"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Better decision making</a:t>
            </a:r>
            <a:endParaRPr/>
          </a:p>
        </p:txBody>
      </p:sp>
      <p:sp>
        <p:nvSpPr>
          <p:cNvPr id="445" name="Google Shape;445;p7"/>
          <p:cNvSpPr txBox="1"/>
          <p:nvPr/>
        </p:nvSpPr>
        <p:spPr>
          <a:xfrm>
            <a:off x="677965" y="2440642"/>
            <a:ext cx="1528839"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Increased profits</a:t>
            </a:r>
            <a:endParaRPr/>
          </a:p>
        </p:txBody>
      </p:sp>
      <p:sp>
        <p:nvSpPr>
          <p:cNvPr id="446" name="Google Shape;446;p7"/>
          <p:cNvSpPr txBox="1"/>
          <p:nvPr/>
        </p:nvSpPr>
        <p:spPr>
          <a:xfrm>
            <a:off x="677965" y="2806443"/>
            <a:ext cx="2570912"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Higher employee engagement</a:t>
            </a:r>
            <a:endParaRPr/>
          </a:p>
        </p:txBody>
      </p:sp>
      <p:sp>
        <p:nvSpPr>
          <p:cNvPr id="447" name="Google Shape;447;p7"/>
          <p:cNvSpPr txBox="1"/>
          <p:nvPr/>
        </p:nvSpPr>
        <p:spPr>
          <a:xfrm>
            <a:off x="336821" y="3133258"/>
            <a:ext cx="1409488" cy="488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t/>
            </a:r>
            <a:endParaRPr b="1" i="0" sz="1400" u="none" cap="none" strike="noStrike">
              <a:solidFill>
                <a:schemeClr val="dk1"/>
              </a:solidFill>
              <a:latin typeface="Lusitana"/>
              <a:ea typeface="Lusitana"/>
              <a:cs typeface="Lusitana"/>
              <a:sym typeface="Lusitana"/>
            </a:endParaRPr>
          </a:p>
        </p:txBody>
      </p:sp>
      <p:sp>
        <p:nvSpPr>
          <p:cNvPr id="448" name="Google Shape;448;p7"/>
          <p:cNvSpPr txBox="1"/>
          <p:nvPr/>
        </p:nvSpPr>
        <p:spPr>
          <a:xfrm>
            <a:off x="677965" y="3502498"/>
            <a:ext cx="2323442"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Better company reputation</a:t>
            </a:r>
            <a:endParaRPr/>
          </a:p>
        </p:txBody>
      </p:sp>
      <p:sp>
        <p:nvSpPr>
          <p:cNvPr id="449" name="Google Shape;449;p7"/>
          <p:cNvSpPr txBox="1"/>
          <p:nvPr/>
        </p:nvSpPr>
        <p:spPr>
          <a:xfrm>
            <a:off x="677965" y="3853309"/>
            <a:ext cx="2114226"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Increased productivity</a:t>
            </a:r>
            <a:endParaRPr/>
          </a:p>
        </p:txBody>
      </p:sp>
      <p:sp>
        <p:nvSpPr>
          <p:cNvPr id="450" name="Google Shape;450;p7"/>
          <p:cNvSpPr txBox="1"/>
          <p:nvPr/>
        </p:nvSpPr>
        <p:spPr>
          <a:xfrm>
            <a:off x="677965" y="3135866"/>
            <a:ext cx="2440527"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Reduced employee turnover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8"/>
          <p:cNvSpPr/>
          <p:nvPr/>
        </p:nvSpPr>
        <p:spPr>
          <a:xfrm>
            <a:off x="705693" y="1060624"/>
            <a:ext cx="1687512" cy="349049"/>
          </a:xfrm>
          <a:prstGeom prst="roundRect">
            <a:avLst>
              <a:gd fmla="val 16667" name="adj"/>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56" name="Google Shape;456;p8"/>
          <p:cNvSpPr txBox="1"/>
          <p:nvPr>
            <p:ph idx="2" type="title"/>
          </p:nvPr>
        </p:nvSpPr>
        <p:spPr>
          <a:xfrm>
            <a:off x="677966" y="551873"/>
            <a:ext cx="2730614"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400"/>
              <a:t>Variety of different perspectives</a:t>
            </a:r>
            <a:endParaRPr sz="1400"/>
          </a:p>
        </p:txBody>
      </p:sp>
      <p:sp>
        <p:nvSpPr>
          <p:cNvPr id="457" name="Google Shape;457;p8"/>
          <p:cNvSpPr txBox="1"/>
          <p:nvPr>
            <p:ph idx="4" type="title"/>
          </p:nvPr>
        </p:nvSpPr>
        <p:spPr>
          <a:xfrm>
            <a:off x="677965" y="1007889"/>
            <a:ext cx="1715239" cy="4881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US" sz="1400"/>
              <a:t>Increased creativity</a:t>
            </a:r>
            <a:endParaRPr sz="1400"/>
          </a:p>
        </p:txBody>
      </p:sp>
      <p:sp>
        <p:nvSpPr>
          <p:cNvPr id="458" name="Google Shape;458;p8"/>
          <p:cNvSpPr/>
          <p:nvPr/>
        </p:nvSpPr>
        <p:spPr>
          <a:xfrm>
            <a:off x="3785614" y="376544"/>
            <a:ext cx="4713962" cy="4292664"/>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In addition to having a variety of different perspectives from people with different backgrounds, the exposure to a such variety leads to increased creativity. </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A diverse workforce brings together people from different cultural backgrounds with different ways of thinking and approaching problems. This can lead to a wider range of perspectives, which in turn can lead to more innovative and creative solutions.</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When you put together people who see the same thing in different ways, you are more likely to get a melting pot of fresh, new ideas, thus improving the creativity of your workforce.</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As various cultures and backgrounds work together, the opportunity for increased creativity exists. This is because there are more people with differing perspectives and solutions to problems, allowing for a greater chance of a workable solution to a workplace problem.</a:t>
            </a:r>
            <a:endParaRPr/>
          </a:p>
        </p:txBody>
      </p:sp>
      <p:sp>
        <p:nvSpPr>
          <p:cNvPr id="459" name="Google Shape;459;p8"/>
          <p:cNvSpPr txBox="1"/>
          <p:nvPr/>
        </p:nvSpPr>
        <p:spPr>
          <a:xfrm>
            <a:off x="677965" y="1349820"/>
            <a:ext cx="1715239"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Higher innovation</a:t>
            </a:r>
            <a:endParaRPr/>
          </a:p>
        </p:txBody>
      </p:sp>
      <p:sp>
        <p:nvSpPr>
          <p:cNvPr id="460" name="Google Shape;460;p8"/>
          <p:cNvSpPr txBox="1"/>
          <p:nvPr/>
        </p:nvSpPr>
        <p:spPr>
          <a:xfrm>
            <a:off x="677965" y="1729596"/>
            <a:ext cx="2016689"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Faster problem solving</a:t>
            </a:r>
            <a:endParaRPr/>
          </a:p>
        </p:txBody>
      </p:sp>
      <p:sp>
        <p:nvSpPr>
          <p:cNvPr id="461" name="Google Shape;461;p8"/>
          <p:cNvSpPr txBox="1"/>
          <p:nvPr/>
        </p:nvSpPr>
        <p:spPr>
          <a:xfrm>
            <a:off x="677965" y="2090449"/>
            <a:ext cx="2016688"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Better decision making</a:t>
            </a:r>
            <a:endParaRPr/>
          </a:p>
        </p:txBody>
      </p:sp>
      <p:sp>
        <p:nvSpPr>
          <p:cNvPr id="462" name="Google Shape;462;p8"/>
          <p:cNvSpPr txBox="1"/>
          <p:nvPr/>
        </p:nvSpPr>
        <p:spPr>
          <a:xfrm>
            <a:off x="677965" y="2440642"/>
            <a:ext cx="1528839"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Increased profits</a:t>
            </a:r>
            <a:endParaRPr/>
          </a:p>
        </p:txBody>
      </p:sp>
      <p:sp>
        <p:nvSpPr>
          <p:cNvPr id="463" name="Google Shape;463;p8"/>
          <p:cNvSpPr txBox="1"/>
          <p:nvPr/>
        </p:nvSpPr>
        <p:spPr>
          <a:xfrm>
            <a:off x="677965" y="2806443"/>
            <a:ext cx="2570912"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Higher employee engagement</a:t>
            </a:r>
            <a:endParaRPr/>
          </a:p>
        </p:txBody>
      </p:sp>
      <p:sp>
        <p:nvSpPr>
          <p:cNvPr id="464" name="Google Shape;464;p8"/>
          <p:cNvSpPr txBox="1"/>
          <p:nvPr/>
        </p:nvSpPr>
        <p:spPr>
          <a:xfrm>
            <a:off x="336821" y="3133258"/>
            <a:ext cx="1409488" cy="488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t/>
            </a:r>
            <a:endParaRPr b="1" i="0" sz="1400" u="none" cap="none" strike="noStrike">
              <a:solidFill>
                <a:schemeClr val="dk1"/>
              </a:solidFill>
              <a:latin typeface="Lusitana"/>
              <a:ea typeface="Lusitana"/>
              <a:cs typeface="Lusitana"/>
              <a:sym typeface="Lusitana"/>
            </a:endParaRPr>
          </a:p>
        </p:txBody>
      </p:sp>
      <p:sp>
        <p:nvSpPr>
          <p:cNvPr id="465" name="Google Shape;465;p8"/>
          <p:cNvSpPr txBox="1"/>
          <p:nvPr/>
        </p:nvSpPr>
        <p:spPr>
          <a:xfrm>
            <a:off x="677965" y="3502498"/>
            <a:ext cx="2323442"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Better company reputation</a:t>
            </a:r>
            <a:endParaRPr/>
          </a:p>
        </p:txBody>
      </p:sp>
      <p:sp>
        <p:nvSpPr>
          <p:cNvPr id="466" name="Google Shape;466;p8"/>
          <p:cNvSpPr txBox="1"/>
          <p:nvPr/>
        </p:nvSpPr>
        <p:spPr>
          <a:xfrm>
            <a:off x="677965" y="3853309"/>
            <a:ext cx="2114226"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Increased productivity</a:t>
            </a:r>
            <a:endParaRPr/>
          </a:p>
        </p:txBody>
      </p:sp>
      <p:sp>
        <p:nvSpPr>
          <p:cNvPr id="467" name="Google Shape;467;p8"/>
          <p:cNvSpPr txBox="1"/>
          <p:nvPr/>
        </p:nvSpPr>
        <p:spPr>
          <a:xfrm>
            <a:off x="677965" y="3135866"/>
            <a:ext cx="2440527"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Reduced employee turnover</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9"/>
          <p:cNvSpPr/>
          <p:nvPr/>
        </p:nvSpPr>
        <p:spPr>
          <a:xfrm>
            <a:off x="677965" y="1417899"/>
            <a:ext cx="1715240" cy="321740"/>
          </a:xfrm>
          <a:prstGeom prst="roundRect">
            <a:avLst>
              <a:gd fmla="val 16667" name="adj"/>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73" name="Google Shape;473;p9"/>
          <p:cNvSpPr txBox="1"/>
          <p:nvPr>
            <p:ph idx="2" type="title"/>
          </p:nvPr>
        </p:nvSpPr>
        <p:spPr>
          <a:xfrm>
            <a:off x="677966" y="551873"/>
            <a:ext cx="2730614"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400"/>
              <a:t>Variety of different perspectives</a:t>
            </a:r>
            <a:endParaRPr sz="1400"/>
          </a:p>
        </p:txBody>
      </p:sp>
      <p:sp>
        <p:nvSpPr>
          <p:cNvPr id="474" name="Google Shape;474;p9"/>
          <p:cNvSpPr txBox="1"/>
          <p:nvPr>
            <p:ph idx="4" type="title"/>
          </p:nvPr>
        </p:nvSpPr>
        <p:spPr>
          <a:xfrm>
            <a:off x="677965" y="1007889"/>
            <a:ext cx="1715239" cy="4881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US" sz="1400"/>
              <a:t>Increased creativity</a:t>
            </a:r>
            <a:endParaRPr sz="1400"/>
          </a:p>
        </p:txBody>
      </p:sp>
      <p:sp>
        <p:nvSpPr>
          <p:cNvPr id="475" name="Google Shape;475;p9"/>
          <p:cNvSpPr/>
          <p:nvPr/>
        </p:nvSpPr>
        <p:spPr>
          <a:xfrm>
            <a:off x="3785614" y="492755"/>
            <a:ext cx="4713962" cy="3449881"/>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Diversity in the workplace leads to higher innovation rate.</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People from different backgrounds can draw upon their unique experiences and knowledge to spark new ideas.</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Diversity can stimulate innovation by challenging conventional thinking, encouraging fresh ideas and promoting creative problem-solving.</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Diverse and inclusive teams create an environment where people can be themselves without judgment. They're more likely to take risks and share new ideas when that happens.</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Having diverse perspectives from teammates who come from different backgrounds ensures that problems are approached from multiple angles and this can lead to faster resolutions.</a:t>
            </a:r>
            <a:endParaRPr/>
          </a:p>
        </p:txBody>
      </p:sp>
      <p:sp>
        <p:nvSpPr>
          <p:cNvPr id="476" name="Google Shape;476;p9"/>
          <p:cNvSpPr txBox="1"/>
          <p:nvPr/>
        </p:nvSpPr>
        <p:spPr>
          <a:xfrm>
            <a:off x="677965" y="1349820"/>
            <a:ext cx="1715239"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Higher innovation</a:t>
            </a:r>
            <a:endParaRPr/>
          </a:p>
        </p:txBody>
      </p:sp>
      <p:sp>
        <p:nvSpPr>
          <p:cNvPr id="477" name="Google Shape;477;p9"/>
          <p:cNvSpPr txBox="1"/>
          <p:nvPr/>
        </p:nvSpPr>
        <p:spPr>
          <a:xfrm>
            <a:off x="677965" y="1729596"/>
            <a:ext cx="2016689"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Faster problem solving</a:t>
            </a:r>
            <a:endParaRPr/>
          </a:p>
        </p:txBody>
      </p:sp>
      <p:sp>
        <p:nvSpPr>
          <p:cNvPr id="478" name="Google Shape;478;p9"/>
          <p:cNvSpPr txBox="1"/>
          <p:nvPr/>
        </p:nvSpPr>
        <p:spPr>
          <a:xfrm>
            <a:off x="677965" y="2090449"/>
            <a:ext cx="2016688"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Better decision making</a:t>
            </a:r>
            <a:endParaRPr/>
          </a:p>
        </p:txBody>
      </p:sp>
      <p:sp>
        <p:nvSpPr>
          <p:cNvPr id="479" name="Google Shape;479;p9"/>
          <p:cNvSpPr txBox="1"/>
          <p:nvPr/>
        </p:nvSpPr>
        <p:spPr>
          <a:xfrm>
            <a:off x="677965" y="2440642"/>
            <a:ext cx="1528839"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Increased profits</a:t>
            </a:r>
            <a:endParaRPr/>
          </a:p>
        </p:txBody>
      </p:sp>
      <p:sp>
        <p:nvSpPr>
          <p:cNvPr id="480" name="Google Shape;480;p9"/>
          <p:cNvSpPr txBox="1"/>
          <p:nvPr/>
        </p:nvSpPr>
        <p:spPr>
          <a:xfrm>
            <a:off x="677965" y="2806443"/>
            <a:ext cx="2570912"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Higher employee engagement</a:t>
            </a:r>
            <a:endParaRPr/>
          </a:p>
        </p:txBody>
      </p:sp>
      <p:sp>
        <p:nvSpPr>
          <p:cNvPr id="481" name="Google Shape;481;p9"/>
          <p:cNvSpPr txBox="1"/>
          <p:nvPr/>
        </p:nvSpPr>
        <p:spPr>
          <a:xfrm>
            <a:off x="336821" y="3133258"/>
            <a:ext cx="1409488" cy="488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t/>
            </a:r>
            <a:endParaRPr b="1" i="0" sz="1400" u="none" cap="none" strike="noStrike">
              <a:solidFill>
                <a:schemeClr val="dk1"/>
              </a:solidFill>
              <a:latin typeface="Lusitana"/>
              <a:ea typeface="Lusitana"/>
              <a:cs typeface="Lusitana"/>
              <a:sym typeface="Lusitana"/>
            </a:endParaRPr>
          </a:p>
        </p:txBody>
      </p:sp>
      <p:sp>
        <p:nvSpPr>
          <p:cNvPr id="482" name="Google Shape;482;p9"/>
          <p:cNvSpPr txBox="1"/>
          <p:nvPr/>
        </p:nvSpPr>
        <p:spPr>
          <a:xfrm>
            <a:off x="677965" y="3502498"/>
            <a:ext cx="2323442"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Better company reputation</a:t>
            </a:r>
            <a:endParaRPr/>
          </a:p>
        </p:txBody>
      </p:sp>
      <p:sp>
        <p:nvSpPr>
          <p:cNvPr id="483" name="Google Shape;483;p9"/>
          <p:cNvSpPr txBox="1"/>
          <p:nvPr/>
        </p:nvSpPr>
        <p:spPr>
          <a:xfrm>
            <a:off x="677965" y="3853309"/>
            <a:ext cx="2114226"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Increased productivity</a:t>
            </a:r>
            <a:endParaRPr/>
          </a:p>
        </p:txBody>
      </p:sp>
      <p:sp>
        <p:nvSpPr>
          <p:cNvPr id="484" name="Google Shape;484;p9"/>
          <p:cNvSpPr txBox="1"/>
          <p:nvPr/>
        </p:nvSpPr>
        <p:spPr>
          <a:xfrm>
            <a:off x="677965" y="3135866"/>
            <a:ext cx="2440527"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Reduced employee turnover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10"/>
          <p:cNvSpPr/>
          <p:nvPr/>
        </p:nvSpPr>
        <p:spPr>
          <a:xfrm>
            <a:off x="680840" y="1797685"/>
            <a:ext cx="2013813" cy="349049"/>
          </a:xfrm>
          <a:prstGeom prst="roundRect">
            <a:avLst>
              <a:gd fmla="val 16667" name="adj"/>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90" name="Google Shape;490;p10"/>
          <p:cNvSpPr txBox="1"/>
          <p:nvPr>
            <p:ph idx="2" type="title"/>
          </p:nvPr>
        </p:nvSpPr>
        <p:spPr>
          <a:xfrm>
            <a:off x="677966" y="551873"/>
            <a:ext cx="2730614"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400"/>
              <a:t>Variety of different perspectives</a:t>
            </a:r>
            <a:endParaRPr sz="1400"/>
          </a:p>
        </p:txBody>
      </p:sp>
      <p:sp>
        <p:nvSpPr>
          <p:cNvPr id="491" name="Google Shape;491;p10"/>
          <p:cNvSpPr txBox="1"/>
          <p:nvPr>
            <p:ph idx="4" type="title"/>
          </p:nvPr>
        </p:nvSpPr>
        <p:spPr>
          <a:xfrm>
            <a:off x="677965" y="1007889"/>
            <a:ext cx="1715239" cy="4881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US" sz="1400"/>
              <a:t>Increased creativity</a:t>
            </a:r>
            <a:endParaRPr sz="1400"/>
          </a:p>
        </p:txBody>
      </p:sp>
      <p:sp>
        <p:nvSpPr>
          <p:cNvPr id="492" name="Google Shape;492;p10"/>
          <p:cNvSpPr/>
          <p:nvPr/>
        </p:nvSpPr>
        <p:spPr>
          <a:xfrm>
            <a:off x="3820438" y="480061"/>
            <a:ext cx="4713962" cy="3449881"/>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Companies with higher workplace diversity solve problems faster.</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The range of experience, expertise, and working methods that a diverse workplace offers can boost problem-solving capacity and lead to greater productivity.</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A high degree of cognitive diversity could generate accelerated learning and performance in the face of new, uncertain, and complex situations, enabled by diverse teams which are able to solve problems faster than cognitively similar people.</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Employees from diverse backgrounds have different experiences and views, which is why they are able to will bring diverse solutions to the table. Thus, the best solution can be chosen sooner, which leads to faster problem-solving. </a:t>
            </a:r>
            <a:endParaRPr/>
          </a:p>
        </p:txBody>
      </p:sp>
      <p:sp>
        <p:nvSpPr>
          <p:cNvPr id="493" name="Google Shape;493;p10"/>
          <p:cNvSpPr txBox="1"/>
          <p:nvPr/>
        </p:nvSpPr>
        <p:spPr>
          <a:xfrm>
            <a:off x="677965" y="1349820"/>
            <a:ext cx="1715239"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Higher innovation</a:t>
            </a:r>
            <a:endParaRPr/>
          </a:p>
        </p:txBody>
      </p:sp>
      <p:sp>
        <p:nvSpPr>
          <p:cNvPr id="494" name="Google Shape;494;p10"/>
          <p:cNvSpPr txBox="1"/>
          <p:nvPr/>
        </p:nvSpPr>
        <p:spPr>
          <a:xfrm>
            <a:off x="677965" y="1729596"/>
            <a:ext cx="2016689"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Faster problem solving</a:t>
            </a:r>
            <a:endParaRPr/>
          </a:p>
        </p:txBody>
      </p:sp>
      <p:sp>
        <p:nvSpPr>
          <p:cNvPr id="495" name="Google Shape;495;p10"/>
          <p:cNvSpPr txBox="1"/>
          <p:nvPr/>
        </p:nvSpPr>
        <p:spPr>
          <a:xfrm>
            <a:off x="677965" y="2090449"/>
            <a:ext cx="2016688"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Better decision making</a:t>
            </a:r>
            <a:endParaRPr/>
          </a:p>
        </p:txBody>
      </p:sp>
      <p:sp>
        <p:nvSpPr>
          <p:cNvPr id="496" name="Google Shape;496;p10"/>
          <p:cNvSpPr txBox="1"/>
          <p:nvPr/>
        </p:nvSpPr>
        <p:spPr>
          <a:xfrm>
            <a:off x="677965" y="2440642"/>
            <a:ext cx="1528839"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Increased profits</a:t>
            </a:r>
            <a:endParaRPr/>
          </a:p>
        </p:txBody>
      </p:sp>
      <p:sp>
        <p:nvSpPr>
          <p:cNvPr id="497" name="Google Shape;497;p10"/>
          <p:cNvSpPr txBox="1"/>
          <p:nvPr/>
        </p:nvSpPr>
        <p:spPr>
          <a:xfrm>
            <a:off x="677965" y="2806443"/>
            <a:ext cx="2570912"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Higher employee engagement</a:t>
            </a:r>
            <a:endParaRPr/>
          </a:p>
        </p:txBody>
      </p:sp>
      <p:sp>
        <p:nvSpPr>
          <p:cNvPr id="498" name="Google Shape;498;p10"/>
          <p:cNvSpPr txBox="1"/>
          <p:nvPr/>
        </p:nvSpPr>
        <p:spPr>
          <a:xfrm>
            <a:off x="336821" y="3133258"/>
            <a:ext cx="1409488" cy="488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t/>
            </a:r>
            <a:endParaRPr b="1" i="0" sz="1400" u="none" cap="none" strike="noStrike">
              <a:solidFill>
                <a:schemeClr val="dk1"/>
              </a:solidFill>
              <a:latin typeface="Lusitana"/>
              <a:ea typeface="Lusitana"/>
              <a:cs typeface="Lusitana"/>
              <a:sym typeface="Lusitana"/>
            </a:endParaRPr>
          </a:p>
        </p:txBody>
      </p:sp>
      <p:sp>
        <p:nvSpPr>
          <p:cNvPr id="499" name="Google Shape;499;p10"/>
          <p:cNvSpPr txBox="1"/>
          <p:nvPr/>
        </p:nvSpPr>
        <p:spPr>
          <a:xfrm>
            <a:off x="677965" y="3502498"/>
            <a:ext cx="2323442"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Better company reputation</a:t>
            </a:r>
            <a:endParaRPr/>
          </a:p>
        </p:txBody>
      </p:sp>
      <p:sp>
        <p:nvSpPr>
          <p:cNvPr id="500" name="Google Shape;500;p10"/>
          <p:cNvSpPr txBox="1"/>
          <p:nvPr/>
        </p:nvSpPr>
        <p:spPr>
          <a:xfrm>
            <a:off x="677965" y="3853309"/>
            <a:ext cx="2114226"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Increased productivity</a:t>
            </a:r>
            <a:endParaRPr/>
          </a:p>
        </p:txBody>
      </p:sp>
      <p:sp>
        <p:nvSpPr>
          <p:cNvPr id="501" name="Google Shape;501;p10"/>
          <p:cNvSpPr txBox="1"/>
          <p:nvPr/>
        </p:nvSpPr>
        <p:spPr>
          <a:xfrm>
            <a:off x="677965" y="3135866"/>
            <a:ext cx="2440527"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Reduced employee turnover</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11"/>
          <p:cNvSpPr/>
          <p:nvPr/>
        </p:nvSpPr>
        <p:spPr>
          <a:xfrm>
            <a:off x="680840" y="2146734"/>
            <a:ext cx="2013813" cy="349049"/>
          </a:xfrm>
          <a:prstGeom prst="roundRect">
            <a:avLst>
              <a:gd fmla="val 16667" name="adj"/>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07" name="Google Shape;507;p11"/>
          <p:cNvSpPr txBox="1"/>
          <p:nvPr>
            <p:ph idx="2" type="title"/>
          </p:nvPr>
        </p:nvSpPr>
        <p:spPr>
          <a:xfrm>
            <a:off x="677966" y="551873"/>
            <a:ext cx="2730614"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400"/>
              <a:t>Variety of different perspectives</a:t>
            </a:r>
            <a:endParaRPr sz="1400"/>
          </a:p>
        </p:txBody>
      </p:sp>
      <p:sp>
        <p:nvSpPr>
          <p:cNvPr id="508" name="Google Shape;508;p11"/>
          <p:cNvSpPr txBox="1"/>
          <p:nvPr>
            <p:ph idx="4" type="title"/>
          </p:nvPr>
        </p:nvSpPr>
        <p:spPr>
          <a:xfrm>
            <a:off x="677965" y="1007889"/>
            <a:ext cx="1715239" cy="4881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US" sz="1400"/>
              <a:t>Increased creativity</a:t>
            </a:r>
            <a:endParaRPr sz="1400"/>
          </a:p>
        </p:txBody>
      </p:sp>
      <p:sp>
        <p:nvSpPr>
          <p:cNvPr id="509" name="Google Shape;509;p11"/>
          <p:cNvSpPr/>
          <p:nvPr/>
        </p:nvSpPr>
        <p:spPr>
          <a:xfrm>
            <a:off x="3820438" y="480061"/>
            <a:ext cx="4713962" cy="4292664"/>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According to Forbes, decision making improves as team diversity increases. A study by People Management found that diverse teams (of three or more people) outperformed individual decision-makers up to 87% of the time. </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A diverse workplace brings together a variety of ideas and perspectives, which can lead to innovation and creativity.</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This reduces groupthink, as a diverse group of people may be more comfortable offering new ideas and questioning the ideas of others.</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A diverse team allows for a wide range of experiences and backgrounds, which can lead to a broader set of ideas. Multiple diverse perspectives can enhance both the understanding of the problem and the quality of the solution.</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Individuals are more likely to consider more alternatives and think outside the box when making decisions.</a:t>
            </a:r>
            <a:endParaRPr/>
          </a:p>
        </p:txBody>
      </p:sp>
      <p:sp>
        <p:nvSpPr>
          <p:cNvPr id="510" name="Google Shape;510;p11"/>
          <p:cNvSpPr txBox="1"/>
          <p:nvPr/>
        </p:nvSpPr>
        <p:spPr>
          <a:xfrm>
            <a:off x="677965" y="1349820"/>
            <a:ext cx="1715239"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Higher innovation</a:t>
            </a:r>
            <a:endParaRPr/>
          </a:p>
        </p:txBody>
      </p:sp>
      <p:sp>
        <p:nvSpPr>
          <p:cNvPr id="511" name="Google Shape;511;p11"/>
          <p:cNvSpPr txBox="1"/>
          <p:nvPr/>
        </p:nvSpPr>
        <p:spPr>
          <a:xfrm>
            <a:off x="677965" y="1729596"/>
            <a:ext cx="2016689"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Faster problem solving</a:t>
            </a:r>
            <a:endParaRPr/>
          </a:p>
        </p:txBody>
      </p:sp>
      <p:sp>
        <p:nvSpPr>
          <p:cNvPr id="512" name="Google Shape;512;p11"/>
          <p:cNvSpPr txBox="1"/>
          <p:nvPr/>
        </p:nvSpPr>
        <p:spPr>
          <a:xfrm>
            <a:off x="677965" y="2090449"/>
            <a:ext cx="2016688"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Better decision making</a:t>
            </a:r>
            <a:endParaRPr/>
          </a:p>
        </p:txBody>
      </p:sp>
      <p:sp>
        <p:nvSpPr>
          <p:cNvPr id="513" name="Google Shape;513;p11"/>
          <p:cNvSpPr txBox="1"/>
          <p:nvPr/>
        </p:nvSpPr>
        <p:spPr>
          <a:xfrm>
            <a:off x="677965" y="2440642"/>
            <a:ext cx="1528839"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Increased profits</a:t>
            </a:r>
            <a:endParaRPr/>
          </a:p>
        </p:txBody>
      </p:sp>
      <p:sp>
        <p:nvSpPr>
          <p:cNvPr id="514" name="Google Shape;514;p11"/>
          <p:cNvSpPr txBox="1"/>
          <p:nvPr/>
        </p:nvSpPr>
        <p:spPr>
          <a:xfrm>
            <a:off x="677965" y="2806443"/>
            <a:ext cx="2570912"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Higher employee engagement</a:t>
            </a:r>
            <a:endParaRPr/>
          </a:p>
        </p:txBody>
      </p:sp>
      <p:sp>
        <p:nvSpPr>
          <p:cNvPr id="515" name="Google Shape;515;p11"/>
          <p:cNvSpPr txBox="1"/>
          <p:nvPr/>
        </p:nvSpPr>
        <p:spPr>
          <a:xfrm>
            <a:off x="336821" y="3133258"/>
            <a:ext cx="1409488" cy="488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t/>
            </a:r>
            <a:endParaRPr b="1" i="0" sz="1400" u="none" cap="none" strike="noStrike">
              <a:solidFill>
                <a:schemeClr val="dk1"/>
              </a:solidFill>
              <a:latin typeface="Lusitana"/>
              <a:ea typeface="Lusitana"/>
              <a:cs typeface="Lusitana"/>
              <a:sym typeface="Lusitana"/>
            </a:endParaRPr>
          </a:p>
        </p:txBody>
      </p:sp>
      <p:sp>
        <p:nvSpPr>
          <p:cNvPr id="516" name="Google Shape;516;p11"/>
          <p:cNvSpPr txBox="1"/>
          <p:nvPr/>
        </p:nvSpPr>
        <p:spPr>
          <a:xfrm>
            <a:off x="677965" y="3502498"/>
            <a:ext cx="2323442"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Better company reputation</a:t>
            </a:r>
            <a:endParaRPr/>
          </a:p>
        </p:txBody>
      </p:sp>
      <p:sp>
        <p:nvSpPr>
          <p:cNvPr id="517" name="Google Shape;517;p11"/>
          <p:cNvSpPr txBox="1"/>
          <p:nvPr/>
        </p:nvSpPr>
        <p:spPr>
          <a:xfrm>
            <a:off x="677965" y="3853309"/>
            <a:ext cx="2114226"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Increased productivity</a:t>
            </a:r>
            <a:endParaRPr/>
          </a:p>
        </p:txBody>
      </p:sp>
      <p:sp>
        <p:nvSpPr>
          <p:cNvPr id="518" name="Google Shape;518;p11"/>
          <p:cNvSpPr txBox="1"/>
          <p:nvPr/>
        </p:nvSpPr>
        <p:spPr>
          <a:xfrm>
            <a:off x="677965" y="3135866"/>
            <a:ext cx="2440527"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Reduced employee turnover</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12"/>
          <p:cNvSpPr/>
          <p:nvPr/>
        </p:nvSpPr>
        <p:spPr>
          <a:xfrm>
            <a:off x="677965" y="2510167"/>
            <a:ext cx="1528839" cy="349049"/>
          </a:xfrm>
          <a:prstGeom prst="roundRect">
            <a:avLst>
              <a:gd fmla="val 16667" name="adj"/>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24" name="Google Shape;524;p12"/>
          <p:cNvSpPr txBox="1"/>
          <p:nvPr>
            <p:ph idx="2" type="title"/>
          </p:nvPr>
        </p:nvSpPr>
        <p:spPr>
          <a:xfrm>
            <a:off x="677966" y="551873"/>
            <a:ext cx="2730614"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400"/>
              <a:t>Variety of different perspectives</a:t>
            </a:r>
            <a:endParaRPr sz="1400"/>
          </a:p>
        </p:txBody>
      </p:sp>
      <p:sp>
        <p:nvSpPr>
          <p:cNvPr id="525" name="Google Shape;525;p12"/>
          <p:cNvSpPr txBox="1"/>
          <p:nvPr>
            <p:ph idx="4" type="title"/>
          </p:nvPr>
        </p:nvSpPr>
        <p:spPr>
          <a:xfrm>
            <a:off x="677965" y="1007889"/>
            <a:ext cx="1715239" cy="4881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US" sz="1400"/>
              <a:t>Increased creativity</a:t>
            </a:r>
            <a:endParaRPr sz="1400"/>
          </a:p>
        </p:txBody>
      </p:sp>
      <p:sp>
        <p:nvSpPr>
          <p:cNvPr id="526" name="Google Shape;526;p12"/>
          <p:cNvSpPr/>
          <p:nvPr/>
        </p:nvSpPr>
        <p:spPr>
          <a:xfrm>
            <a:off x="3820438" y="480061"/>
            <a:ext cx="4713962" cy="4011737"/>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A diverse workforce improves risk management, extends market prospects, fosters innovation and creativity, and increases employee performance and engagement</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A diverse staff can help businesses reach a wider customer base. Customers feel understood and valued, and a diverse team is more likely to achieve that.</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Companies with a diverse workforce make better decisions faster, which gives them an advantage over their competitors. </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A diverse workplace can lead to increased productivity. This is because a diverse workforce brings a broader range of skills, experiences, and perspectives to the table.</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McKinsey &amp; Company, in a research on 180 companies in France, Germany, the United Kingdom, and the United States, found that companies with diverse leadership were top financial performers.</a:t>
            </a:r>
            <a:endParaRPr/>
          </a:p>
        </p:txBody>
      </p:sp>
      <p:sp>
        <p:nvSpPr>
          <p:cNvPr id="527" name="Google Shape;527;p12"/>
          <p:cNvSpPr txBox="1"/>
          <p:nvPr/>
        </p:nvSpPr>
        <p:spPr>
          <a:xfrm>
            <a:off x="677965" y="1349820"/>
            <a:ext cx="1715239"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Higher innovation</a:t>
            </a:r>
            <a:endParaRPr/>
          </a:p>
        </p:txBody>
      </p:sp>
      <p:sp>
        <p:nvSpPr>
          <p:cNvPr id="528" name="Google Shape;528;p12"/>
          <p:cNvSpPr txBox="1"/>
          <p:nvPr/>
        </p:nvSpPr>
        <p:spPr>
          <a:xfrm>
            <a:off x="677965" y="1729596"/>
            <a:ext cx="2016689"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Faster problem solving</a:t>
            </a:r>
            <a:endParaRPr/>
          </a:p>
        </p:txBody>
      </p:sp>
      <p:sp>
        <p:nvSpPr>
          <p:cNvPr id="529" name="Google Shape;529;p12"/>
          <p:cNvSpPr txBox="1"/>
          <p:nvPr/>
        </p:nvSpPr>
        <p:spPr>
          <a:xfrm>
            <a:off x="677965" y="2090449"/>
            <a:ext cx="2016688"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Better decision making</a:t>
            </a:r>
            <a:endParaRPr/>
          </a:p>
        </p:txBody>
      </p:sp>
      <p:sp>
        <p:nvSpPr>
          <p:cNvPr id="530" name="Google Shape;530;p12"/>
          <p:cNvSpPr txBox="1"/>
          <p:nvPr/>
        </p:nvSpPr>
        <p:spPr>
          <a:xfrm>
            <a:off x="677965" y="2440642"/>
            <a:ext cx="1528839"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Increased profits</a:t>
            </a:r>
            <a:endParaRPr/>
          </a:p>
        </p:txBody>
      </p:sp>
      <p:sp>
        <p:nvSpPr>
          <p:cNvPr id="531" name="Google Shape;531;p12"/>
          <p:cNvSpPr txBox="1"/>
          <p:nvPr/>
        </p:nvSpPr>
        <p:spPr>
          <a:xfrm>
            <a:off x="677965" y="2806443"/>
            <a:ext cx="2570912"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Higher employee engagement</a:t>
            </a:r>
            <a:endParaRPr/>
          </a:p>
        </p:txBody>
      </p:sp>
      <p:sp>
        <p:nvSpPr>
          <p:cNvPr id="532" name="Google Shape;532;p12"/>
          <p:cNvSpPr txBox="1"/>
          <p:nvPr/>
        </p:nvSpPr>
        <p:spPr>
          <a:xfrm>
            <a:off x="336821" y="3133258"/>
            <a:ext cx="1409488" cy="488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t/>
            </a:r>
            <a:endParaRPr b="1" i="0" sz="1400" u="none" cap="none" strike="noStrike">
              <a:solidFill>
                <a:schemeClr val="dk1"/>
              </a:solidFill>
              <a:latin typeface="Lusitana"/>
              <a:ea typeface="Lusitana"/>
              <a:cs typeface="Lusitana"/>
              <a:sym typeface="Lusitana"/>
            </a:endParaRPr>
          </a:p>
        </p:txBody>
      </p:sp>
      <p:sp>
        <p:nvSpPr>
          <p:cNvPr id="533" name="Google Shape;533;p12"/>
          <p:cNvSpPr txBox="1"/>
          <p:nvPr/>
        </p:nvSpPr>
        <p:spPr>
          <a:xfrm>
            <a:off x="677965" y="3502498"/>
            <a:ext cx="2323442"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Better company reputation</a:t>
            </a:r>
            <a:endParaRPr/>
          </a:p>
        </p:txBody>
      </p:sp>
      <p:sp>
        <p:nvSpPr>
          <p:cNvPr id="534" name="Google Shape;534;p12"/>
          <p:cNvSpPr txBox="1"/>
          <p:nvPr/>
        </p:nvSpPr>
        <p:spPr>
          <a:xfrm>
            <a:off x="677965" y="3853309"/>
            <a:ext cx="2114226"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Increased productivity</a:t>
            </a:r>
            <a:endParaRPr/>
          </a:p>
        </p:txBody>
      </p:sp>
      <p:sp>
        <p:nvSpPr>
          <p:cNvPr id="535" name="Google Shape;535;p12"/>
          <p:cNvSpPr txBox="1"/>
          <p:nvPr/>
        </p:nvSpPr>
        <p:spPr>
          <a:xfrm>
            <a:off x="677965" y="3135866"/>
            <a:ext cx="2440527"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Reduced employee turnover</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13"/>
          <p:cNvSpPr/>
          <p:nvPr/>
        </p:nvSpPr>
        <p:spPr>
          <a:xfrm>
            <a:off x="677966" y="2860957"/>
            <a:ext cx="2557086" cy="349049"/>
          </a:xfrm>
          <a:prstGeom prst="roundRect">
            <a:avLst>
              <a:gd fmla="val 16667" name="adj"/>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41" name="Google Shape;541;p13"/>
          <p:cNvSpPr txBox="1"/>
          <p:nvPr>
            <p:ph idx="2" type="title"/>
          </p:nvPr>
        </p:nvSpPr>
        <p:spPr>
          <a:xfrm>
            <a:off x="677966" y="551873"/>
            <a:ext cx="2730614"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400"/>
              <a:t>Variety of different perspectives</a:t>
            </a:r>
            <a:endParaRPr sz="1400"/>
          </a:p>
        </p:txBody>
      </p:sp>
      <p:sp>
        <p:nvSpPr>
          <p:cNvPr id="542" name="Google Shape;542;p13"/>
          <p:cNvSpPr txBox="1"/>
          <p:nvPr>
            <p:ph idx="4" type="title"/>
          </p:nvPr>
        </p:nvSpPr>
        <p:spPr>
          <a:xfrm>
            <a:off x="677965" y="1007889"/>
            <a:ext cx="1715239" cy="4881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US" sz="1400"/>
              <a:t>Increased creativity</a:t>
            </a:r>
            <a:endParaRPr sz="1400"/>
          </a:p>
        </p:txBody>
      </p:sp>
      <p:sp>
        <p:nvSpPr>
          <p:cNvPr id="543" name="Google Shape;543;p13"/>
          <p:cNvSpPr/>
          <p:nvPr/>
        </p:nvSpPr>
        <p:spPr>
          <a:xfrm>
            <a:off x="3820438" y="480061"/>
            <a:ext cx="4713962" cy="3730809"/>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Workplaces that are perceived as diverse have the highest levels of employee engagement. Engaged employees are more productive, profitable, safer, and stay longer with their company.</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Diversity increases employee satisfaction and reduces conflicts between groups.</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Diversity is an emerging talent retention strategy. Employees are more committed and inclined to work for an organization longer when their unique contributions are recognized and acknowledged.</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Other elements include: Reduced employee stress, Decreased burnout, Improved collaboration, and Lower absenteeism.</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The link between workplace diversity and employee engagement is pretty straightforward - when employees feel included, they are more engaged. </a:t>
            </a:r>
            <a:endParaRPr/>
          </a:p>
        </p:txBody>
      </p:sp>
      <p:sp>
        <p:nvSpPr>
          <p:cNvPr id="544" name="Google Shape;544;p13"/>
          <p:cNvSpPr txBox="1"/>
          <p:nvPr/>
        </p:nvSpPr>
        <p:spPr>
          <a:xfrm>
            <a:off x="677965" y="1349820"/>
            <a:ext cx="1715239"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Higher innovation</a:t>
            </a:r>
            <a:endParaRPr/>
          </a:p>
        </p:txBody>
      </p:sp>
      <p:sp>
        <p:nvSpPr>
          <p:cNvPr id="545" name="Google Shape;545;p13"/>
          <p:cNvSpPr txBox="1"/>
          <p:nvPr/>
        </p:nvSpPr>
        <p:spPr>
          <a:xfrm>
            <a:off x="677965" y="1729596"/>
            <a:ext cx="2016689"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Faster problem solving</a:t>
            </a:r>
            <a:endParaRPr/>
          </a:p>
        </p:txBody>
      </p:sp>
      <p:sp>
        <p:nvSpPr>
          <p:cNvPr id="546" name="Google Shape;546;p13"/>
          <p:cNvSpPr txBox="1"/>
          <p:nvPr/>
        </p:nvSpPr>
        <p:spPr>
          <a:xfrm>
            <a:off x="677965" y="2090449"/>
            <a:ext cx="2016688"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Better decision making</a:t>
            </a:r>
            <a:endParaRPr/>
          </a:p>
        </p:txBody>
      </p:sp>
      <p:sp>
        <p:nvSpPr>
          <p:cNvPr id="547" name="Google Shape;547;p13"/>
          <p:cNvSpPr txBox="1"/>
          <p:nvPr/>
        </p:nvSpPr>
        <p:spPr>
          <a:xfrm>
            <a:off x="677965" y="2440642"/>
            <a:ext cx="1528839"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Increased profits</a:t>
            </a:r>
            <a:endParaRPr/>
          </a:p>
        </p:txBody>
      </p:sp>
      <p:sp>
        <p:nvSpPr>
          <p:cNvPr id="548" name="Google Shape;548;p13"/>
          <p:cNvSpPr txBox="1"/>
          <p:nvPr/>
        </p:nvSpPr>
        <p:spPr>
          <a:xfrm>
            <a:off x="677965" y="2806443"/>
            <a:ext cx="2570912"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Higher employee engagement</a:t>
            </a:r>
            <a:endParaRPr/>
          </a:p>
        </p:txBody>
      </p:sp>
      <p:sp>
        <p:nvSpPr>
          <p:cNvPr id="549" name="Google Shape;549;p13"/>
          <p:cNvSpPr txBox="1"/>
          <p:nvPr/>
        </p:nvSpPr>
        <p:spPr>
          <a:xfrm>
            <a:off x="336821" y="3133258"/>
            <a:ext cx="1409488" cy="488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t/>
            </a:r>
            <a:endParaRPr b="1" i="0" sz="1400" u="none" cap="none" strike="noStrike">
              <a:solidFill>
                <a:schemeClr val="dk1"/>
              </a:solidFill>
              <a:latin typeface="Lusitana"/>
              <a:ea typeface="Lusitana"/>
              <a:cs typeface="Lusitana"/>
              <a:sym typeface="Lusitana"/>
            </a:endParaRPr>
          </a:p>
        </p:txBody>
      </p:sp>
      <p:sp>
        <p:nvSpPr>
          <p:cNvPr id="550" name="Google Shape;550;p13"/>
          <p:cNvSpPr txBox="1"/>
          <p:nvPr/>
        </p:nvSpPr>
        <p:spPr>
          <a:xfrm>
            <a:off x="677965" y="3502498"/>
            <a:ext cx="2323442"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Better company reputation</a:t>
            </a:r>
            <a:endParaRPr/>
          </a:p>
        </p:txBody>
      </p:sp>
      <p:sp>
        <p:nvSpPr>
          <p:cNvPr id="551" name="Google Shape;551;p13"/>
          <p:cNvSpPr txBox="1"/>
          <p:nvPr/>
        </p:nvSpPr>
        <p:spPr>
          <a:xfrm>
            <a:off x="677965" y="3853309"/>
            <a:ext cx="2114226"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Increased productivity</a:t>
            </a:r>
            <a:endParaRPr/>
          </a:p>
        </p:txBody>
      </p:sp>
      <p:sp>
        <p:nvSpPr>
          <p:cNvPr id="552" name="Google Shape;552;p13"/>
          <p:cNvSpPr txBox="1"/>
          <p:nvPr/>
        </p:nvSpPr>
        <p:spPr>
          <a:xfrm>
            <a:off x="677965" y="3135866"/>
            <a:ext cx="2440527"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Reduced employee turnover</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14"/>
          <p:cNvSpPr/>
          <p:nvPr/>
        </p:nvSpPr>
        <p:spPr>
          <a:xfrm>
            <a:off x="677965" y="3223010"/>
            <a:ext cx="2440527" cy="349049"/>
          </a:xfrm>
          <a:prstGeom prst="roundRect">
            <a:avLst>
              <a:gd fmla="val 16667" name="adj"/>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58" name="Google Shape;558;p14"/>
          <p:cNvSpPr txBox="1"/>
          <p:nvPr>
            <p:ph idx="2" type="title"/>
          </p:nvPr>
        </p:nvSpPr>
        <p:spPr>
          <a:xfrm>
            <a:off x="677966" y="551873"/>
            <a:ext cx="2730614"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400"/>
              <a:t>Variety of different perspectives</a:t>
            </a:r>
            <a:endParaRPr sz="1400"/>
          </a:p>
        </p:txBody>
      </p:sp>
      <p:sp>
        <p:nvSpPr>
          <p:cNvPr id="559" name="Google Shape;559;p14"/>
          <p:cNvSpPr txBox="1"/>
          <p:nvPr>
            <p:ph idx="4" type="title"/>
          </p:nvPr>
        </p:nvSpPr>
        <p:spPr>
          <a:xfrm>
            <a:off x="677965" y="1007889"/>
            <a:ext cx="1715239" cy="4881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US" sz="1400"/>
              <a:t>Increased creativity</a:t>
            </a:r>
            <a:endParaRPr sz="1400"/>
          </a:p>
        </p:txBody>
      </p:sp>
      <p:sp>
        <p:nvSpPr>
          <p:cNvPr id="560" name="Google Shape;560;p14"/>
          <p:cNvSpPr/>
          <p:nvPr/>
        </p:nvSpPr>
        <p:spPr>
          <a:xfrm>
            <a:off x="3820438" y="480061"/>
            <a:ext cx="4713962" cy="3168953"/>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Workplace diversity is beneficial for employee retention.</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Companies with a diverse workforce are generally more inclusive of different individual characteristics and perspectives. </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Diversity and inclusion in the workplace cause all employees to feel accepted and valued. </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When employees feel accepted and valued, they are also happier in their workplace and stay longer with a company. </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As a result, companies with greater diversity in the workplace have lower turnover rates. By creating commitment to diversity and employees create a sense of belonging to the company and are less likely to leave. </a:t>
            </a:r>
            <a:endParaRPr/>
          </a:p>
        </p:txBody>
      </p:sp>
      <p:sp>
        <p:nvSpPr>
          <p:cNvPr id="561" name="Google Shape;561;p14"/>
          <p:cNvSpPr txBox="1"/>
          <p:nvPr/>
        </p:nvSpPr>
        <p:spPr>
          <a:xfrm>
            <a:off x="677965" y="1349820"/>
            <a:ext cx="1715239"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Higher innovation</a:t>
            </a:r>
            <a:endParaRPr/>
          </a:p>
        </p:txBody>
      </p:sp>
      <p:sp>
        <p:nvSpPr>
          <p:cNvPr id="562" name="Google Shape;562;p14"/>
          <p:cNvSpPr txBox="1"/>
          <p:nvPr/>
        </p:nvSpPr>
        <p:spPr>
          <a:xfrm>
            <a:off x="677965" y="1729596"/>
            <a:ext cx="2016689"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Faster problem solving</a:t>
            </a:r>
            <a:endParaRPr/>
          </a:p>
        </p:txBody>
      </p:sp>
      <p:sp>
        <p:nvSpPr>
          <p:cNvPr id="563" name="Google Shape;563;p14"/>
          <p:cNvSpPr txBox="1"/>
          <p:nvPr/>
        </p:nvSpPr>
        <p:spPr>
          <a:xfrm>
            <a:off x="677965" y="2090449"/>
            <a:ext cx="2016688"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Better decision making</a:t>
            </a:r>
            <a:endParaRPr/>
          </a:p>
        </p:txBody>
      </p:sp>
      <p:sp>
        <p:nvSpPr>
          <p:cNvPr id="564" name="Google Shape;564;p14"/>
          <p:cNvSpPr txBox="1"/>
          <p:nvPr/>
        </p:nvSpPr>
        <p:spPr>
          <a:xfrm>
            <a:off x="677965" y="2440642"/>
            <a:ext cx="1528839"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Increased profits</a:t>
            </a:r>
            <a:endParaRPr/>
          </a:p>
        </p:txBody>
      </p:sp>
      <p:sp>
        <p:nvSpPr>
          <p:cNvPr id="565" name="Google Shape;565;p14"/>
          <p:cNvSpPr txBox="1"/>
          <p:nvPr/>
        </p:nvSpPr>
        <p:spPr>
          <a:xfrm>
            <a:off x="677965" y="2806443"/>
            <a:ext cx="2570912"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Higher employee engagement</a:t>
            </a:r>
            <a:endParaRPr/>
          </a:p>
        </p:txBody>
      </p:sp>
      <p:sp>
        <p:nvSpPr>
          <p:cNvPr id="566" name="Google Shape;566;p14"/>
          <p:cNvSpPr txBox="1"/>
          <p:nvPr/>
        </p:nvSpPr>
        <p:spPr>
          <a:xfrm>
            <a:off x="336821" y="3133258"/>
            <a:ext cx="1409488" cy="488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t/>
            </a:r>
            <a:endParaRPr b="1" i="0" sz="1400" u="none" cap="none" strike="noStrike">
              <a:solidFill>
                <a:schemeClr val="dk1"/>
              </a:solidFill>
              <a:latin typeface="Lusitana"/>
              <a:ea typeface="Lusitana"/>
              <a:cs typeface="Lusitana"/>
              <a:sym typeface="Lusitana"/>
            </a:endParaRPr>
          </a:p>
        </p:txBody>
      </p:sp>
      <p:sp>
        <p:nvSpPr>
          <p:cNvPr id="567" name="Google Shape;567;p14"/>
          <p:cNvSpPr txBox="1"/>
          <p:nvPr/>
        </p:nvSpPr>
        <p:spPr>
          <a:xfrm>
            <a:off x="677965" y="3502498"/>
            <a:ext cx="2323442"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Better company reputation</a:t>
            </a:r>
            <a:endParaRPr/>
          </a:p>
        </p:txBody>
      </p:sp>
      <p:sp>
        <p:nvSpPr>
          <p:cNvPr id="568" name="Google Shape;568;p14"/>
          <p:cNvSpPr txBox="1"/>
          <p:nvPr/>
        </p:nvSpPr>
        <p:spPr>
          <a:xfrm>
            <a:off x="677965" y="3853309"/>
            <a:ext cx="2114226"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Increased productivity</a:t>
            </a:r>
            <a:endParaRPr/>
          </a:p>
        </p:txBody>
      </p:sp>
      <p:sp>
        <p:nvSpPr>
          <p:cNvPr id="569" name="Google Shape;569;p14"/>
          <p:cNvSpPr txBox="1"/>
          <p:nvPr/>
        </p:nvSpPr>
        <p:spPr>
          <a:xfrm>
            <a:off x="677965" y="3135866"/>
            <a:ext cx="2440527"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Reduced employee turnover</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15"/>
          <p:cNvSpPr/>
          <p:nvPr/>
        </p:nvSpPr>
        <p:spPr>
          <a:xfrm>
            <a:off x="677966" y="3589274"/>
            <a:ext cx="2323442" cy="349049"/>
          </a:xfrm>
          <a:prstGeom prst="roundRect">
            <a:avLst>
              <a:gd fmla="val 16667" name="adj"/>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75" name="Google Shape;575;p15"/>
          <p:cNvSpPr txBox="1"/>
          <p:nvPr>
            <p:ph idx="2" type="title"/>
          </p:nvPr>
        </p:nvSpPr>
        <p:spPr>
          <a:xfrm>
            <a:off x="677966" y="551873"/>
            <a:ext cx="2730614"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400"/>
              <a:t>Variety of different perspectives</a:t>
            </a:r>
            <a:endParaRPr sz="1400"/>
          </a:p>
        </p:txBody>
      </p:sp>
      <p:sp>
        <p:nvSpPr>
          <p:cNvPr id="576" name="Google Shape;576;p15"/>
          <p:cNvSpPr txBox="1"/>
          <p:nvPr>
            <p:ph idx="4" type="title"/>
          </p:nvPr>
        </p:nvSpPr>
        <p:spPr>
          <a:xfrm>
            <a:off x="677965" y="1007889"/>
            <a:ext cx="1715239" cy="4881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US" sz="1400"/>
              <a:t>Increased creativity</a:t>
            </a:r>
            <a:endParaRPr sz="1400"/>
          </a:p>
        </p:txBody>
      </p:sp>
      <p:sp>
        <p:nvSpPr>
          <p:cNvPr id="577" name="Google Shape;577;p15"/>
          <p:cNvSpPr/>
          <p:nvPr/>
        </p:nvSpPr>
        <p:spPr>
          <a:xfrm>
            <a:off x="3820438" y="480061"/>
            <a:ext cx="4713962" cy="3730809"/>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Companies that are dedicated to building and promoting diversity in the workplace are seen as good, more human and socially responsible organizations which ultimately creates a better reputation for the brand.</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Workplace diversity also makes your company look more interesting. Finally, if you present a diverse workforce, you will make it easier for many different people to relate to your company and your brand, opening doors to new markets, customers and business partners.</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Companies that have a diverse workplace are often perceived as better employers. Potential employees want an employer who accepts and is tolerant of all backgrounds and who treats their employees fairly.</a:t>
            </a:r>
            <a:endParaRPr/>
          </a:p>
        </p:txBody>
      </p:sp>
      <p:sp>
        <p:nvSpPr>
          <p:cNvPr id="578" name="Google Shape;578;p15"/>
          <p:cNvSpPr txBox="1"/>
          <p:nvPr/>
        </p:nvSpPr>
        <p:spPr>
          <a:xfrm>
            <a:off x="677965" y="1349820"/>
            <a:ext cx="1715239"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Higher innovation</a:t>
            </a:r>
            <a:endParaRPr/>
          </a:p>
        </p:txBody>
      </p:sp>
      <p:sp>
        <p:nvSpPr>
          <p:cNvPr id="579" name="Google Shape;579;p15"/>
          <p:cNvSpPr txBox="1"/>
          <p:nvPr/>
        </p:nvSpPr>
        <p:spPr>
          <a:xfrm>
            <a:off x="677965" y="1729596"/>
            <a:ext cx="2016689"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Faster problem solving</a:t>
            </a:r>
            <a:endParaRPr/>
          </a:p>
        </p:txBody>
      </p:sp>
      <p:sp>
        <p:nvSpPr>
          <p:cNvPr id="580" name="Google Shape;580;p15"/>
          <p:cNvSpPr txBox="1"/>
          <p:nvPr/>
        </p:nvSpPr>
        <p:spPr>
          <a:xfrm>
            <a:off x="677965" y="2090449"/>
            <a:ext cx="2016688"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Better decision making</a:t>
            </a:r>
            <a:endParaRPr/>
          </a:p>
        </p:txBody>
      </p:sp>
      <p:sp>
        <p:nvSpPr>
          <p:cNvPr id="581" name="Google Shape;581;p15"/>
          <p:cNvSpPr txBox="1"/>
          <p:nvPr/>
        </p:nvSpPr>
        <p:spPr>
          <a:xfrm>
            <a:off x="677965" y="2440642"/>
            <a:ext cx="1528839"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Increased profits</a:t>
            </a:r>
            <a:endParaRPr/>
          </a:p>
        </p:txBody>
      </p:sp>
      <p:sp>
        <p:nvSpPr>
          <p:cNvPr id="582" name="Google Shape;582;p15"/>
          <p:cNvSpPr txBox="1"/>
          <p:nvPr/>
        </p:nvSpPr>
        <p:spPr>
          <a:xfrm>
            <a:off x="677965" y="2806443"/>
            <a:ext cx="2570912"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Higher employee engagement</a:t>
            </a:r>
            <a:endParaRPr/>
          </a:p>
        </p:txBody>
      </p:sp>
      <p:sp>
        <p:nvSpPr>
          <p:cNvPr id="583" name="Google Shape;583;p15"/>
          <p:cNvSpPr txBox="1"/>
          <p:nvPr/>
        </p:nvSpPr>
        <p:spPr>
          <a:xfrm>
            <a:off x="336821" y="3133258"/>
            <a:ext cx="1409488" cy="488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t/>
            </a:r>
            <a:endParaRPr b="1" i="0" sz="1400" u="none" cap="none" strike="noStrike">
              <a:solidFill>
                <a:schemeClr val="dk1"/>
              </a:solidFill>
              <a:latin typeface="Lusitana"/>
              <a:ea typeface="Lusitana"/>
              <a:cs typeface="Lusitana"/>
              <a:sym typeface="Lusitana"/>
            </a:endParaRPr>
          </a:p>
        </p:txBody>
      </p:sp>
      <p:sp>
        <p:nvSpPr>
          <p:cNvPr id="584" name="Google Shape;584;p15"/>
          <p:cNvSpPr txBox="1"/>
          <p:nvPr/>
        </p:nvSpPr>
        <p:spPr>
          <a:xfrm>
            <a:off x="677965" y="3502498"/>
            <a:ext cx="2323442"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Better company reputation</a:t>
            </a:r>
            <a:endParaRPr/>
          </a:p>
        </p:txBody>
      </p:sp>
      <p:sp>
        <p:nvSpPr>
          <p:cNvPr id="585" name="Google Shape;585;p15"/>
          <p:cNvSpPr txBox="1"/>
          <p:nvPr/>
        </p:nvSpPr>
        <p:spPr>
          <a:xfrm>
            <a:off x="677965" y="3853309"/>
            <a:ext cx="2114226"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Increased productivity</a:t>
            </a:r>
            <a:endParaRPr/>
          </a:p>
        </p:txBody>
      </p:sp>
      <p:sp>
        <p:nvSpPr>
          <p:cNvPr id="586" name="Google Shape;586;p15"/>
          <p:cNvSpPr txBox="1"/>
          <p:nvPr/>
        </p:nvSpPr>
        <p:spPr>
          <a:xfrm>
            <a:off x="677965" y="3135866"/>
            <a:ext cx="2440527"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Reduced employee turnover</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16"/>
          <p:cNvSpPr/>
          <p:nvPr/>
        </p:nvSpPr>
        <p:spPr>
          <a:xfrm>
            <a:off x="677965" y="3909604"/>
            <a:ext cx="2114225" cy="349049"/>
          </a:xfrm>
          <a:prstGeom prst="roundRect">
            <a:avLst>
              <a:gd fmla="val 16667" name="adj"/>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92" name="Google Shape;592;p16"/>
          <p:cNvSpPr txBox="1"/>
          <p:nvPr>
            <p:ph idx="2" type="title"/>
          </p:nvPr>
        </p:nvSpPr>
        <p:spPr>
          <a:xfrm>
            <a:off x="677966" y="551873"/>
            <a:ext cx="2730614"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400"/>
              <a:t>Variety of different perspectives</a:t>
            </a:r>
            <a:endParaRPr sz="1400"/>
          </a:p>
        </p:txBody>
      </p:sp>
      <p:sp>
        <p:nvSpPr>
          <p:cNvPr id="593" name="Google Shape;593;p16"/>
          <p:cNvSpPr txBox="1"/>
          <p:nvPr>
            <p:ph idx="4" type="title"/>
          </p:nvPr>
        </p:nvSpPr>
        <p:spPr>
          <a:xfrm>
            <a:off x="677965" y="1007889"/>
            <a:ext cx="1715239" cy="4881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US" sz="1400"/>
              <a:t>Increased creativity</a:t>
            </a:r>
            <a:endParaRPr sz="1400"/>
          </a:p>
        </p:txBody>
      </p:sp>
      <p:sp>
        <p:nvSpPr>
          <p:cNvPr id="594" name="Google Shape;594;p16"/>
          <p:cNvSpPr/>
          <p:nvPr/>
        </p:nvSpPr>
        <p:spPr>
          <a:xfrm>
            <a:off x="3820438" y="480061"/>
            <a:ext cx="4713962" cy="4292664"/>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A diverse workplace allows for more ideas and processes. This diversity of talent means a broader range of skills among employees, as well as a diversity of experiences and perspectives which increases the potential for increased productivity.</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This is also enabled by increased marketing opportunities: If potential employees or customers see that a company represents a diverse workplace, it makes them feel like they can relate to the company more. Using advertising that depicts mature-aged, differently-abled, or ethnically diverse people encourages applicants to apply, promotes a positive reputation, increases marketplace awareness, and generates a more diverse client-base.</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Achieving workplace diversity means you are bringing out the very best of your employees and allowing them to reach their full potential. By doing so, your workplace benefits as it encourages a more varied and innovative talent pool.</a:t>
            </a:r>
            <a:endParaRPr/>
          </a:p>
        </p:txBody>
      </p:sp>
      <p:sp>
        <p:nvSpPr>
          <p:cNvPr id="595" name="Google Shape;595;p16"/>
          <p:cNvSpPr txBox="1"/>
          <p:nvPr/>
        </p:nvSpPr>
        <p:spPr>
          <a:xfrm>
            <a:off x="677965" y="1349820"/>
            <a:ext cx="1715239"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Higher innovation</a:t>
            </a:r>
            <a:endParaRPr/>
          </a:p>
        </p:txBody>
      </p:sp>
      <p:sp>
        <p:nvSpPr>
          <p:cNvPr id="596" name="Google Shape;596;p16"/>
          <p:cNvSpPr txBox="1"/>
          <p:nvPr/>
        </p:nvSpPr>
        <p:spPr>
          <a:xfrm>
            <a:off x="677965" y="1729596"/>
            <a:ext cx="2016689"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Faster problem solving</a:t>
            </a:r>
            <a:endParaRPr/>
          </a:p>
        </p:txBody>
      </p:sp>
      <p:sp>
        <p:nvSpPr>
          <p:cNvPr id="597" name="Google Shape;597;p16"/>
          <p:cNvSpPr txBox="1"/>
          <p:nvPr/>
        </p:nvSpPr>
        <p:spPr>
          <a:xfrm>
            <a:off x="677965" y="2090449"/>
            <a:ext cx="2016688"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Better decision making</a:t>
            </a:r>
            <a:endParaRPr/>
          </a:p>
        </p:txBody>
      </p:sp>
      <p:sp>
        <p:nvSpPr>
          <p:cNvPr id="598" name="Google Shape;598;p16"/>
          <p:cNvSpPr txBox="1"/>
          <p:nvPr/>
        </p:nvSpPr>
        <p:spPr>
          <a:xfrm>
            <a:off x="677965" y="2440642"/>
            <a:ext cx="1528839"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Increased profits</a:t>
            </a:r>
            <a:endParaRPr/>
          </a:p>
        </p:txBody>
      </p:sp>
      <p:sp>
        <p:nvSpPr>
          <p:cNvPr id="599" name="Google Shape;599;p16"/>
          <p:cNvSpPr txBox="1"/>
          <p:nvPr/>
        </p:nvSpPr>
        <p:spPr>
          <a:xfrm>
            <a:off x="677965" y="2806443"/>
            <a:ext cx="2570912"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Higher employee engagement</a:t>
            </a:r>
            <a:endParaRPr/>
          </a:p>
        </p:txBody>
      </p:sp>
      <p:sp>
        <p:nvSpPr>
          <p:cNvPr id="600" name="Google Shape;600;p16"/>
          <p:cNvSpPr txBox="1"/>
          <p:nvPr/>
        </p:nvSpPr>
        <p:spPr>
          <a:xfrm>
            <a:off x="336821" y="3133258"/>
            <a:ext cx="1409488" cy="488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t/>
            </a:r>
            <a:endParaRPr b="1" i="0" sz="1400" u="none" cap="none" strike="noStrike">
              <a:solidFill>
                <a:schemeClr val="dk1"/>
              </a:solidFill>
              <a:latin typeface="Lusitana"/>
              <a:ea typeface="Lusitana"/>
              <a:cs typeface="Lusitana"/>
              <a:sym typeface="Lusitana"/>
            </a:endParaRPr>
          </a:p>
        </p:txBody>
      </p:sp>
      <p:sp>
        <p:nvSpPr>
          <p:cNvPr id="601" name="Google Shape;601;p16"/>
          <p:cNvSpPr txBox="1"/>
          <p:nvPr/>
        </p:nvSpPr>
        <p:spPr>
          <a:xfrm>
            <a:off x="677965" y="3502498"/>
            <a:ext cx="2323442"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Better company reputation</a:t>
            </a:r>
            <a:endParaRPr/>
          </a:p>
        </p:txBody>
      </p:sp>
      <p:sp>
        <p:nvSpPr>
          <p:cNvPr id="602" name="Google Shape;602;p16"/>
          <p:cNvSpPr txBox="1"/>
          <p:nvPr/>
        </p:nvSpPr>
        <p:spPr>
          <a:xfrm>
            <a:off x="677965" y="3853309"/>
            <a:ext cx="2114226"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Increased productivity</a:t>
            </a:r>
            <a:endParaRPr/>
          </a:p>
        </p:txBody>
      </p:sp>
      <p:sp>
        <p:nvSpPr>
          <p:cNvPr id="603" name="Google Shape;603;p16"/>
          <p:cNvSpPr txBox="1"/>
          <p:nvPr/>
        </p:nvSpPr>
        <p:spPr>
          <a:xfrm>
            <a:off x="677965" y="3135866"/>
            <a:ext cx="2440527" cy="48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400" u="none" cap="none" strike="noStrike">
                <a:solidFill>
                  <a:schemeClr val="dk1"/>
                </a:solidFill>
                <a:latin typeface="Lusitana"/>
                <a:ea typeface="Lusitana"/>
                <a:cs typeface="Lusitana"/>
                <a:sym typeface="Lusitana"/>
              </a:rPr>
              <a:t>Reduced employee turnover</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grpSp>
        <p:nvGrpSpPr>
          <p:cNvPr id="608" name="Google Shape;608;p17"/>
          <p:cNvGrpSpPr/>
          <p:nvPr/>
        </p:nvGrpSpPr>
        <p:grpSpPr>
          <a:xfrm>
            <a:off x="2397388" y="540640"/>
            <a:ext cx="4143162" cy="4062218"/>
            <a:chOff x="976418" y="890"/>
            <a:chExt cx="4143162" cy="4062218"/>
          </a:xfrm>
        </p:grpSpPr>
        <p:sp>
          <p:nvSpPr>
            <p:cNvPr id="609" name="Google Shape;609;p17"/>
            <p:cNvSpPr/>
            <p:nvPr/>
          </p:nvSpPr>
          <p:spPr>
            <a:xfrm>
              <a:off x="1359325" y="425310"/>
              <a:ext cx="3377349" cy="3377349"/>
            </a:xfrm>
            <a:prstGeom prst="blockArc">
              <a:avLst>
                <a:gd fmla="val 13114286" name="adj1"/>
                <a:gd fmla="val 16200000" name="adj2"/>
                <a:gd fmla="val 3900" name="adj3"/>
              </a:avLst>
            </a:prstGeom>
            <a:solidFill>
              <a:schemeClr val="lt1"/>
            </a:solidFill>
            <a:ln cap="flat" cmpd="sng" w="254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7"/>
            <p:cNvSpPr/>
            <p:nvPr/>
          </p:nvSpPr>
          <p:spPr>
            <a:xfrm>
              <a:off x="1359325" y="425310"/>
              <a:ext cx="3377349" cy="3377349"/>
            </a:xfrm>
            <a:prstGeom prst="blockArc">
              <a:avLst>
                <a:gd fmla="val 10028571" name="adj1"/>
                <a:gd fmla="val 13114286" name="adj2"/>
                <a:gd fmla="val 3900" name="adj3"/>
              </a:avLst>
            </a:prstGeom>
            <a:solidFill>
              <a:schemeClr val="lt1"/>
            </a:solidFill>
            <a:ln cap="flat" cmpd="sng" w="254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7"/>
            <p:cNvSpPr/>
            <p:nvPr/>
          </p:nvSpPr>
          <p:spPr>
            <a:xfrm>
              <a:off x="1359325" y="425310"/>
              <a:ext cx="3377349" cy="3377349"/>
            </a:xfrm>
            <a:prstGeom prst="blockArc">
              <a:avLst>
                <a:gd fmla="val 6942857" name="adj1"/>
                <a:gd fmla="val 10028571" name="adj2"/>
                <a:gd fmla="val 3900" name="adj3"/>
              </a:avLst>
            </a:prstGeom>
            <a:solidFill>
              <a:schemeClr val="lt1"/>
            </a:solidFill>
            <a:ln cap="flat" cmpd="sng" w="254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7"/>
            <p:cNvSpPr/>
            <p:nvPr/>
          </p:nvSpPr>
          <p:spPr>
            <a:xfrm>
              <a:off x="1359325" y="425310"/>
              <a:ext cx="3377349" cy="3377349"/>
            </a:xfrm>
            <a:prstGeom prst="blockArc">
              <a:avLst>
                <a:gd fmla="val 3857143" name="adj1"/>
                <a:gd fmla="val 6942857" name="adj2"/>
                <a:gd fmla="val 3900" name="adj3"/>
              </a:avLst>
            </a:prstGeom>
            <a:solidFill>
              <a:schemeClr val="lt1"/>
            </a:solidFill>
            <a:ln cap="flat" cmpd="sng" w="254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7"/>
            <p:cNvSpPr/>
            <p:nvPr/>
          </p:nvSpPr>
          <p:spPr>
            <a:xfrm>
              <a:off x="1359325" y="425310"/>
              <a:ext cx="3377349" cy="3377349"/>
            </a:xfrm>
            <a:prstGeom prst="blockArc">
              <a:avLst>
                <a:gd fmla="val 771429" name="adj1"/>
                <a:gd fmla="val 3857143" name="adj2"/>
                <a:gd fmla="val 3900" name="adj3"/>
              </a:avLst>
            </a:prstGeom>
            <a:solidFill>
              <a:schemeClr val="lt1"/>
            </a:solidFill>
            <a:ln cap="flat" cmpd="sng" w="254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7"/>
            <p:cNvSpPr/>
            <p:nvPr/>
          </p:nvSpPr>
          <p:spPr>
            <a:xfrm>
              <a:off x="1359325" y="425310"/>
              <a:ext cx="3377349" cy="3377349"/>
            </a:xfrm>
            <a:prstGeom prst="blockArc">
              <a:avLst>
                <a:gd fmla="val 19285714" name="adj1"/>
                <a:gd fmla="val 771429" name="adj2"/>
                <a:gd fmla="val 3900" name="adj3"/>
              </a:avLst>
            </a:prstGeom>
            <a:solidFill>
              <a:schemeClr val="lt1"/>
            </a:solidFill>
            <a:ln cap="flat" cmpd="sng" w="254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7"/>
            <p:cNvSpPr/>
            <p:nvPr/>
          </p:nvSpPr>
          <p:spPr>
            <a:xfrm>
              <a:off x="1359325" y="425310"/>
              <a:ext cx="3377349" cy="3377349"/>
            </a:xfrm>
            <a:prstGeom prst="blockArc">
              <a:avLst>
                <a:gd fmla="val 16200000" name="adj1"/>
                <a:gd fmla="val 19285714" name="adj2"/>
                <a:gd fmla="val 3900" name="adj3"/>
              </a:avLst>
            </a:prstGeom>
            <a:solidFill>
              <a:schemeClr val="lt1"/>
            </a:solidFill>
            <a:ln cap="flat" cmpd="sng" w="254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7"/>
            <p:cNvSpPr/>
            <p:nvPr/>
          </p:nvSpPr>
          <p:spPr>
            <a:xfrm>
              <a:off x="2394644" y="1460629"/>
              <a:ext cx="1306710" cy="1306710"/>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7"/>
            <p:cNvSpPr txBox="1"/>
            <p:nvPr/>
          </p:nvSpPr>
          <p:spPr>
            <a:xfrm>
              <a:off x="2586007" y="1651992"/>
              <a:ext cx="923984" cy="923984"/>
            </a:xfrm>
            <a:prstGeom prst="rect">
              <a:avLst/>
            </a:prstGeom>
            <a:noFill/>
            <a:ln>
              <a:noFill/>
            </a:ln>
          </p:spPr>
          <p:txBody>
            <a:bodyPr anchorCtr="0" anchor="ctr" bIns="19050" lIns="19050" spcFirstLastPara="1" rIns="19050" wrap="square" tIns="19050">
              <a:noAutofit/>
            </a:bodyPr>
            <a:lstStyle/>
            <a:p>
              <a:pPr indent="0" lvl="0" marL="0" marR="0" rtl="0" algn="ctr">
                <a:lnSpc>
                  <a:spcPct val="90000"/>
                </a:lnSpc>
                <a:spcBef>
                  <a:spcPts val="0"/>
                </a:spcBef>
                <a:spcAft>
                  <a:spcPts val="0"/>
                </a:spcAft>
                <a:buClr>
                  <a:srgbClr val="000000"/>
                </a:buClr>
                <a:buSzPts val="1500"/>
                <a:buFont typeface="Arial"/>
                <a:buNone/>
              </a:pPr>
              <a:r>
                <a:rPr b="0" i="0" lang="en-US" sz="1500" u="none" cap="none" strike="noStrike">
                  <a:solidFill>
                    <a:schemeClr val="dk1"/>
                  </a:solidFill>
                  <a:latin typeface="Cambria"/>
                  <a:ea typeface="Cambria"/>
                  <a:cs typeface="Cambria"/>
                  <a:sym typeface="Cambria"/>
                </a:rPr>
                <a:t>7 Key Workplace Trends</a:t>
              </a:r>
              <a:endParaRPr b="0" i="0" sz="1500" u="none" cap="none" strike="noStrike">
                <a:solidFill>
                  <a:schemeClr val="dk1"/>
                </a:solidFill>
                <a:latin typeface="Cambria"/>
                <a:ea typeface="Cambria"/>
                <a:cs typeface="Cambria"/>
                <a:sym typeface="Cambria"/>
              </a:endParaRPr>
            </a:p>
          </p:txBody>
        </p:sp>
        <p:sp>
          <p:nvSpPr>
            <p:cNvPr id="618" name="Google Shape;618;p17"/>
            <p:cNvSpPr/>
            <p:nvPr/>
          </p:nvSpPr>
          <p:spPr>
            <a:xfrm>
              <a:off x="2590651" y="890"/>
              <a:ext cx="914697" cy="914697"/>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7"/>
            <p:cNvSpPr txBox="1"/>
            <p:nvPr/>
          </p:nvSpPr>
          <p:spPr>
            <a:xfrm>
              <a:off x="2724605" y="134844"/>
              <a:ext cx="646789" cy="646789"/>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Clr>
                  <a:srgbClr val="000000"/>
                </a:buClr>
                <a:buSzPts val="900"/>
                <a:buFont typeface="Arial"/>
                <a:buNone/>
              </a:pPr>
              <a:r>
                <a:rPr b="0" i="0" lang="en-US" sz="900" u="none" cap="none" strike="noStrike">
                  <a:solidFill>
                    <a:schemeClr val="dk1"/>
                  </a:solidFill>
                  <a:latin typeface="Cambria"/>
                  <a:ea typeface="Cambria"/>
                  <a:cs typeface="Cambria"/>
                  <a:sym typeface="Cambria"/>
                </a:rPr>
                <a:t>Outsourcing to freelancers</a:t>
              </a:r>
              <a:endParaRPr b="0" i="0" sz="900" u="none" cap="none" strike="noStrike">
                <a:solidFill>
                  <a:schemeClr val="dk1"/>
                </a:solidFill>
                <a:latin typeface="Cambria"/>
                <a:ea typeface="Cambria"/>
                <a:cs typeface="Cambria"/>
                <a:sym typeface="Cambria"/>
              </a:endParaRPr>
            </a:p>
          </p:txBody>
        </p:sp>
        <p:sp>
          <p:nvSpPr>
            <p:cNvPr id="620" name="Google Shape;620;p17"/>
            <p:cNvSpPr/>
            <p:nvPr/>
          </p:nvSpPr>
          <p:spPr>
            <a:xfrm>
              <a:off x="3885165" y="624295"/>
              <a:ext cx="914697" cy="914697"/>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7"/>
            <p:cNvSpPr txBox="1"/>
            <p:nvPr/>
          </p:nvSpPr>
          <p:spPr>
            <a:xfrm>
              <a:off x="4019119" y="758249"/>
              <a:ext cx="646789" cy="646789"/>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Clr>
                  <a:srgbClr val="000000"/>
                </a:buClr>
                <a:buSzPts val="900"/>
                <a:buFont typeface="Arial"/>
                <a:buNone/>
              </a:pPr>
              <a:r>
                <a:rPr b="0" i="0" lang="en-US" sz="900" u="none" cap="none" strike="noStrike">
                  <a:solidFill>
                    <a:schemeClr val="dk1"/>
                  </a:solidFill>
                  <a:latin typeface="Cambria"/>
                  <a:ea typeface="Cambria"/>
                  <a:cs typeface="Cambria"/>
                  <a:sym typeface="Cambria"/>
                </a:rPr>
                <a:t>Recruiting millennial talent</a:t>
              </a:r>
              <a:endParaRPr b="0" i="0" sz="900" u="none" cap="none" strike="noStrike">
                <a:solidFill>
                  <a:schemeClr val="dk1"/>
                </a:solidFill>
                <a:latin typeface="Cambria"/>
                <a:ea typeface="Cambria"/>
                <a:cs typeface="Cambria"/>
                <a:sym typeface="Cambria"/>
              </a:endParaRPr>
            </a:p>
          </p:txBody>
        </p:sp>
        <p:sp>
          <p:nvSpPr>
            <p:cNvPr id="622" name="Google Shape;622;p17"/>
            <p:cNvSpPr/>
            <p:nvPr/>
          </p:nvSpPr>
          <p:spPr>
            <a:xfrm>
              <a:off x="4204883" y="2025074"/>
              <a:ext cx="914697" cy="914697"/>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7"/>
            <p:cNvSpPr txBox="1"/>
            <p:nvPr/>
          </p:nvSpPr>
          <p:spPr>
            <a:xfrm>
              <a:off x="4338837" y="2159028"/>
              <a:ext cx="646789" cy="646789"/>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Clr>
                  <a:srgbClr val="000000"/>
                </a:buClr>
                <a:buSzPts val="900"/>
                <a:buFont typeface="Arial"/>
                <a:buNone/>
              </a:pPr>
              <a:r>
                <a:rPr b="0" i="0" lang="en-US" sz="900" u="none" cap="none" strike="noStrike">
                  <a:solidFill>
                    <a:schemeClr val="dk1"/>
                  </a:solidFill>
                  <a:latin typeface="Cambria"/>
                  <a:ea typeface="Cambria"/>
                  <a:cs typeface="Cambria"/>
                  <a:sym typeface="Cambria"/>
                </a:rPr>
                <a:t>Enhanced work-life balance</a:t>
              </a:r>
              <a:endParaRPr b="0" i="0" sz="900" u="none" cap="none" strike="noStrike">
                <a:solidFill>
                  <a:schemeClr val="dk1"/>
                </a:solidFill>
                <a:latin typeface="Cambria"/>
                <a:ea typeface="Cambria"/>
                <a:cs typeface="Cambria"/>
                <a:sym typeface="Cambria"/>
              </a:endParaRPr>
            </a:p>
          </p:txBody>
        </p:sp>
        <p:sp>
          <p:nvSpPr>
            <p:cNvPr id="624" name="Google Shape;624;p17"/>
            <p:cNvSpPr/>
            <p:nvPr/>
          </p:nvSpPr>
          <p:spPr>
            <a:xfrm>
              <a:off x="3309052" y="3148411"/>
              <a:ext cx="914697" cy="914697"/>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7"/>
            <p:cNvSpPr txBox="1"/>
            <p:nvPr/>
          </p:nvSpPr>
          <p:spPr>
            <a:xfrm>
              <a:off x="3443006" y="3282365"/>
              <a:ext cx="646789" cy="646789"/>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Clr>
                  <a:srgbClr val="000000"/>
                </a:buClr>
                <a:buSzPts val="900"/>
                <a:buFont typeface="Arial"/>
                <a:buNone/>
              </a:pPr>
              <a:r>
                <a:rPr b="0" i="0" lang="en-US" sz="900" u="none" cap="none" strike="noStrike">
                  <a:solidFill>
                    <a:schemeClr val="dk1"/>
                  </a:solidFill>
                  <a:latin typeface="Cambria"/>
                  <a:ea typeface="Cambria"/>
                  <a:cs typeface="Cambria"/>
                  <a:sym typeface="Cambria"/>
                </a:rPr>
                <a:t>More diversity &amp; inclusion</a:t>
              </a:r>
              <a:endParaRPr b="0" i="0" sz="900" u="none" cap="none" strike="noStrike">
                <a:solidFill>
                  <a:schemeClr val="dk1"/>
                </a:solidFill>
                <a:latin typeface="Cambria"/>
                <a:ea typeface="Cambria"/>
                <a:cs typeface="Cambria"/>
                <a:sym typeface="Cambria"/>
              </a:endParaRPr>
            </a:p>
          </p:txBody>
        </p:sp>
        <p:sp>
          <p:nvSpPr>
            <p:cNvPr id="626" name="Google Shape;626;p17"/>
            <p:cNvSpPr/>
            <p:nvPr/>
          </p:nvSpPr>
          <p:spPr>
            <a:xfrm>
              <a:off x="1872250" y="3148411"/>
              <a:ext cx="914697" cy="914697"/>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17"/>
            <p:cNvSpPr txBox="1"/>
            <p:nvPr/>
          </p:nvSpPr>
          <p:spPr>
            <a:xfrm>
              <a:off x="2006204" y="3282365"/>
              <a:ext cx="646789" cy="646789"/>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Clr>
                  <a:srgbClr val="000000"/>
                </a:buClr>
                <a:buSzPts val="900"/>
                <a:buFont typeface="Arial"/>
                <a:buNone/>
              </a:pPr>
              <a:r>
                <a:rPr b="0" i="0" lang="en-US" sz="900" u="none" cap="none" strike="noStrike">
                  <a:solidFill>
                    <a:schemeClr val="dk1"/>
                  </a:solidFill>
                  <a:latin typeface="Cambria"/>
                  <a:ea typeface="Cambria"/>
                  <a:cs typeface="Cambria"/>
                  <a:sym typeface="Cambria"/>
                </a:rPr>
                <a:t>Flexible hours and workspace</a:t>
              </a:r>
              <a:endParaRPr b="0" i="0" sz="900" u="none" cap="none" strike="noStrike">
                <a:solidFill>
                  <a:schemeClr val="dk1"/>
                </a:solidFill>
                <a:latin typeface="Cambria"/>
                <a:ea typeface="Cambria"/>
                <a:cs typeface="Cambria"/>
                <a:sym typeface="Cambria"/>
              </a:endParaRPr>
            </a:p>
          </p:txBody>
        </p:sp>
        <p:sp>
          <p:nvSpPr>
            <p:cNvPr id="628" name="Google Shape;628;p17"/>
            <p:cNvSpPr/>
            <p:nvPr/>
          </p:nvSpPr>
          <p:spPr>
            <a:xfrm>
              <a:off x="976418" y="2025074"/>
              <a:ext cx="914697" cy="914697"/>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7"/>
            <p:cNvSpPr txBox="1"/>
            <p:nvPr/>
          </p:nvSpPr>
          <p:spPr>
            <a:xfrm>
              <a:off x="1110372" y="2159028"/>
              <a:ext cx="646789" cy="646789"/>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Clr>
                  <a:srgbClr val="000000"/>
                </a:buClr>
                <a:buSzPts val="900"/>
                <a:buFont typeface="Arial"/>
                <a:buNone/>
              </a:pPr>
              <a:r>
                <a:rPr b="0" i="0" lang="en-US" sz="900" u="none" cap="none" strike="noStrike">
                  <a:solidFill>
                    <a:schemeClr val="dk1"/>
                  </a:solidFill>
                  <a:latin typeface="Cambria"/>
                  <a:ea typeface="Cambria"/>
                  <a:cs typeface="Cambria"/>
                  <a:sym typeface="Cambria"/>
                </a:rPr>
                <a:t>Automation of redundant tasks</a:t>
              </a:r>
              <a:endParaRPr b="0" i="0" sz="900" u="none" cap="none" strike="noStrike">
                <a:solidFill>
                  <a:schemeClr val="dk1"/>
                </a:solidFill>
                <a:latin typeface="Cambria"/>
                <a:ea typeface="Cambria"/>
                <a:cs typeface="Cambria"/>
                <a:sym typeface="Cambria"/>
              </a:endParaRPr>
            </a:p>
          </p:txBody>
        </p:sp>
        <p:sp>
          <p:nvSpPr>
            <p:cNvPr id="630" name="Google Shape;630;p17"/>
            <p:cNvSpPr/>
            <p:nvPr/>
          </p:nvSpPr>
          <p:spPr>
            <a:xfrm>
              <a:off x="1296137" y="624295"/>
              <a:ext cx="914697" cy="914697"/>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17"/>
            <p:cNvSpPr txBox="1"/>
            <p:nvPr/>
          </p:nvSpPr>
          <p:spPr>
            <a:xfrm>
              <a:off x="1430091" y="758249"/>
              <a:ext cx="646789" cy="646789"/>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Clr>
                  <a:srgbClr val="000000"/>
                </a:buClr>
                <a:buSzPts val="900"/>
                <a:buFont typeface="Arial"/>
                <a:buNone/>
              </a:pPr>
              <a:r>
                <a:rPr b="0" i="0" lang="en-US" sz="900" u="none" cap="none" strike="noStrike">
                  <a:solidFill>
                    <a:schemeClr val="dk1"/>
                  </a:solidFill>
                  <a:latin typeface="Cambria"/>
                  <a:ea typeface="Cambria"/>
                  <a:cs typeface="Cambria"/>
                  <a:sym typeface="Cambria"/>
                </a:rPr>
                <a:t>Preventing sexual harassment</a:t>
              </a:r>
              <a:endParaRPr b="0" i="0" sz="900" u="none" cap="none" strike="noStrike">
                <a:solidFill>
                  <a:schemeClr val="dk1"/>
                </a:solidFill>
                <a:latin typeface="Cambria"/>
                <a:ea typeface="Cambria"/>
                <a:cs typeface="Cambria"/>
                <a:sym typeface="Cambria"/>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18"/>
          <p:cNvSpPr txBox="1"/>
          <p:nvPr/>
        </p:nvSpPr>
        <p:spPr>
          <a:xfrm>
            <a:off x="857569" y="472441"/>
            <a:ext cx="7561316" cy="44844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3000"/>
              <a:buFont typeface="Lusitana"/>
              <a:buNone/>
            </a:pPr>
            <a:r>
              <a:rPr b="1" i="0" lang="en-US" sz="1600" u="none" cap="none" strike="noStrike">
                <a:solidFill>
                  <a:schemeClr val="dk1"/>
                </a:solidFill>
                <a:latin typeface="Lusitana"/>
                <a:ea typeface="Lusitana"/>
                <a:cs typeface="Lusitana"/>
                <a:sym typeface="Lusitana"/>
              </a:rPr>
              <a:t>TIPS TO CREATE A DIVERSE WORKPLACE</a:t>
            </a:r>
            <a:endParaRPr b="1" i="0" sz="1600" u="none" cap="none" strike="noStrike">
              <a:solidFill>
                <a:schemeClr val="dk1"/>
              </a:solidFill>
              <a:latin typeface="Lusitana"/>
              <a:ea typeface="Lusitana"/>
              <a:cs typeface="Lusitana"/>
              <a:sym typeface="Lusitana"/>
            </a:endParaRPr>
          </a:p>
        </p:txBody>
      </p:sp>
      <p:pic>
        <p:nvPicPr>
          <p:cNvPr id="637" name="Google Shape;637;p18"/>
          <p:cNvPicPr preferRelativeResize="0"/>
          <p:nvPr/>
        </p:nvPicPr>
        <p:blipFill rotWithShape="1">
          <a:blip r:embed="rId3">
            <a:alphaModFix/>
          </a:blip>
          <a:srcRect b="3144" l="0" r="3411" t="5973"/>
          <a:stretch/>
        </p:blipFill>
        <p:spPr>
          <a:xfrm>
            <a:off x="5757334" y="1406353"/>
            <a:ext cx="2853306" cy="2684741"/>
          </a:xfrm>
          <a:prstGeom prst="rect">
            <a:avLst/>
          </a:prstGeom>
          <a:noFill/>
          <a:ln>
            <a:noFill/>
          </a:ln>
        </p:spPr>
      </p:pic>
      <p:sp>
        <p:nvSpPr>
          <p:cNvPr id="638" name="Google Shape;638;p18"/>
          <p:cNvSpPr/>
          <p:nvPr/>
        </p:nvSpPr>
        <p:spPr>
          <a:xfrm>
            <a:off x="725115" y="971778"/>
            <a:ext cx="5154138" cy="3730809"/>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Discuss diversity with your employees and outline the benefits of a diverse workplace.</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Identify and address any bias when it comes to the recruitment process. Have hiring managers be aware of the qualities and benefits applicants of varying backgrounds can bring to the company and ensure they are allowing for a fair hiring process. Let applicants know that you are an equal-rights employer.</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Value the individual skills that employees bring and make sure to utilize these strengths to help broaden your market and grow your company.</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Allow for flexible work options and provide the opportunity for parental leave for both women and men.</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Create and implement a Workplace Diversity Plan for employees to become familiar with to practise diversity and inclusiveness within the workplace.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9"/>
          <p:cNvSpPr txBox="1"/>
          <p:nvPr/>
        </p:nvSpPr>
        <p:spPr>
          <a:xfrm>
            <a:off x="857569" y="472441"/>
            <a:ext cx="7561316" cy="44844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3000"/>
              <a:buFont typeface="Lusitana"/>
              <a:buNone/>
            </a:pPr>
            <a:r>
              <a:rPr b="1" i="0" lang="en-US" sz="1600" u="none" cap="none" strike="noStrike">
                <a:solidFill>
                  <a:schemeClr val="dk1"/>
                </a:solidFill>
                <a:latin typeface="Lusitana"/>
                <a:ea typeface="Lusitana"/>
                <a:cs typeface="Lusitana"/>
                <a:sym typeface="Lusitana"/>
              </a:rPr>
              <a:t>CORPORATE SOCIAL RESPONSIBILITY (CSR)</a:t>
            </a:r>
            <a:endParaRPr b="1" i="0" sz="1600" u="none" cap="none" strike="noStrike">
              <a:solidFill>
                <a:schemeClr val="dk1"/>
              </a:solidFill>
              <a:latin typeface="Lusitana"/>
              <a:ea typeface="Lusitana"/>
              <a:cs typeface="Lusitana"/>
              <a:sym typeface="Lusitana"/>
            </a:endParaRPr>
          </a:p>
        </p:txBody>
      </p:sp>
      <p:sp>
        <p:nvSpPr>
          <p:cNvPr id="644" name="Google Shape;644;p19"/>
          <p:cNvSpPr/>
          <p:nvPr/>
        </p:nvSpPr>
        <p:spPr>
          <a:xfrm>
            <a:off x="725115" y="920885"/>
            <a:ext cx="7561316" cy="3168953"/>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Corporate Social Responsibility (CSR) implies a concept, whereby companies decide voluntarily to contribute to a better society and a cleaner environment – a concept, whereby the companies integrate social and other useful concerns in their business operations for the betterment of their stakeholders and society in general in a voluntary way.</a:t>
            </a:r>
            <a:endParaRPr/>
          </a:p>
          <a:p>
            <a:pPr indent="-171450" lvl="0" marL="171450" marR="0" rtl="0" algn="just">
              <a:lnSpc>
                <a:spcPct val="15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However, Section 135 of the Companies Act, 2013 ("Act") provides that certain companies must mandatorily contribute a certain amount towards CSR activities. As per the Act, 'Corporate Social Responsibility' means and includes but is not limited to:</a:t>
            </a:r>
            <a:endParaRPr/>
          </a:p>
          <a:p>
            <a:pPr indent="0" lvl="1" marL="0" marR="0" rtl="0" algn="just">
              <a:lnSpc>
                <a:spcPct val="150000"/>
              </a:lnSpc>
              <a:spcBef>
                <a:spcPts val="0"/>
              </a:spcBef>
              <a:spcAft>
                <a:spcPts val="0"/>
              </a:spcAft>
              <a:buNone/>
            </a:pPr>
            <a:r>
              <a:rPr b="0" i="0" lang="en-US" sz="1100" u="none" cap="none" strike="noStrike">
                <a:solidFill>
                  <a:schemeClr val="dk1"/>
                </a:solidFill>
                <a:latin typeface="Lusitana"/>
                <a:ea typeface="Lusitana"/>
                <a:cs typeface="Lusitana"/>
                <a:sym typeface="Lusitana"/>
              </a:rPr>
              <a:t>•	Projects or programs relating to activities specified in Schedule VII to The Act.</a:t>
            </a:r>
            <a:endParaRPr/>
          </a:p>
          <a:p>
            <a:pPr indent="0" lvl="0" marL="0" marR="0" rtl="0" algn="just">
              <a:lnSpc>
                <a:spcPct val="150000"/>
              </a:lnSpc>
              <a:spcBef>
                <a:spcPts val="0"/>
              </a:spcBef>
              <a:spcAft>
                <a:spcPts val="0"/>
              </a:spcAft>
              <a:buNone/>
            </a:pPr>
            <a:r>
              <a:rPr b="0" i="0" lang="en-US" sz="1100" u="none" cap="none" strike="noStrike">
                <a:solidFill>
                  <a:schemeClr val="dk1"/>
                </a:solidFill>
                <a:latin typeface="Lusitana"/>
                <a:ea typeface="Lusitana"/>
                <a:cs typeface="Lusitana"/>
                <a:sym typeface="Lusitana"/>
              </a:rPr>
              <a:t>•	Projects or programs relating to those activities which are undertaken by the Board of Directors of a company in ensuring the recommendation of the CSR Committee of the Board as per declared CSR Policy along with the conditions that such policy will cover subjects specified in Schedule VII of the Act.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20"/>
          <p:cNvSpPr txBox="1"/>
          <p:nvPr/>
        </p:nvSpPr>
        <p:spPr>
          <a:xfrm>
            <a:off x="857569" y="472441"/>
            <a:ext cx="7561316" cy="44844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3000"/>
              <a:buFont typeface="Lusitana"/>
              <a:buNone/>
            </a:pPr>
            <a:r>
              <a:rPr b="1" i="0" lang="en-US" sz="1600" u="none" cap="none" strike="noStrike">
                <a:solidFill>
                  <a:schemeClr val="dk1"/>
                </a:solidFill>
                <a:latin typeface="Lusitana"/>
                <a:ea typeface="Lusitana"/>
                <a:cs typeface="Lusitana"/>
                <a:sym typeface="Lusitana"/>
              </a:rPr>
              <a:t>IMPORTANCE OF CSR</a:t>
            </a:r>
            <a:endParaRPr b="1" i="0" sz="1600" u="none" cap="none" strike="noStrike">
              <a:solidFill>
                <a:schemeClr val="dk1"/>
              </a:solidFill>
              <a:latin typeface="Lusitana"/>
              <a:ea typeface="Lusitana"/>
              <a:cs typeface="Lusitana"/>
              <a:sym typeface="Lusitana"/>
            </a:endParaRPr>
          </a:p>
        </p:txBody>
      </p:sp>
      <p:sp>
        <p:nvSpPr>
          <p:cNvPr id="650" name="Google Shape;650;p20"/>
          <p:cNvSpPr/>
          <p:nvPr/>
        </p:nvSpPr>
        <p:spPr>
          <a:xfrm>
            <a:off x="725114" y="920885"/>
            <a:ext cx="4906681" cy="3754219"/>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0" i="0" lang="en-US" sz="1200" u="none" cap="none" strike="noStrike">
                <a:solidFill>
                  <a:schemeClr val="dk1"/>
                </a:solidFill>
                <a:latin typeface="Lusitana"/>
                <a:ea typeface="Lusitana"/>
                <a:cs typeface="Lusitana"/>
                <a:sym typeface="Lusitana"/>
              </a:rPr>
              <a:t>CSR is an immense term that is used to explain the efforts of a company in order to improve society in a significant manner. Below reasons reflect why CSR is important:</a:t>
            </a:r>
            <a:endParaRPr/>
          </a:p>
          <a:p>
            <a:pPr indent="-171450" lvl="0" marL="171450" marR="0" rtl="0" algn="just">
              <a:lnSpc>
                <a:spcPct val="150000"/>
              </a:lnSpc>
              <a:spcBef>
                <a:spcPts val="0"/>
              </a:spcBef>
              <a:spcAft>
                <a:spcPts val="0"/>
              </a:spcAft>
              <a:buClr>
                <a:srgbClr val="000000"/>
              </a:buClr>
              <a:buSzPts val="1200"/>
              <a:buFont typeface="Noto Sans Symbols"/>
              <a:buChar char="⮚"/>
            </a:pPr>
            <a:r>
              <a:rPr b="0" i="0" lang="en-US" sz="1200" u="none" cap="none" strike="noStrike">
                <a:solidFill>
                  <a:schemeClr val="dk1"/>
                </a:solidFill>
                <a:latin typeface="Lusitana"/>
                <a:ea typeface="Lusitana"/>
                <a:cs typeface="Lusitana"/>
                <a:sym typeface="Lusitana"/>
              </a:rPr>
              <a:t>CSR improves the public image by publicising the efforts towards a better society and increasing their chance of becoming favourable in the eyes of consumers.</a:t>
            </a:r>
            <a:endParaRPr/>
          </a:p>
          <a:p>
            <a:pPr indent="-171450" lvl="0" marL="171450" marR="0" rtl="0" algn="just">
              <a:lnSpc>
                <a:spcPct val="150000"/>
              </a:lnSpc>
              <a:spcBef>
                <a:spcPts val="0"/>
              </a:spcBef>
              <a:spcAft>
                <a:spcPts val="0"/>
              </a:spcAft>
              <a:buClr>
                <a:srgbClr val="000000"/>
              </a:buClr>
              <a:buSzPts val="1200"/>
              <a:buFont typeface="Noto Sans Symbols"/>
              <a:buChar char="⮚"/>
            </a:pPr>
            <a:r>
              <a:rPr b="0" i="0" lang="en-US" sz="1200" u="none" cap="none" strike="noStrike">
                <a:solidFill>
                  <a:schemeClr val="dk1"/>
                </a:solidFill>
                <a:latin typeface="Lusitana"/>
                <a:ea typeface="Lusitana"/>
                <a:cs typeface="Lusitana"/>
                <a:sym typeface="Lusitana"/>
              </a:rPr>
              <a:t>CSR increases media coverage as media visibility throws a positive light on the organisation.</a:t>
            </a:r>
            <a:endParaRPr/>
          </a:p>
          <a:p>
            <a:pPr indent="-171450" lvl="0" marL="171450" marR="0" rtl="0" algn="just">
              <a:lnSpc>
                <a:spcPct val="150000"/>
              </a:lnSpc>
              <a:spcBef>
                <a:spcPts val="0"/>
              </a:spcBef>
              <a:spcAft>
                <a:spcPts val="0"/>
              </a:spcAft>
              <a:buClr>
                <a:srgbClr val="000000"/>
              </a:buClr>
              <a:buSzPts val="1200"/>
              <a:buFont typeface="Noto Sans Symbols"/>
              <a:buChar char="⮚"/>
            </a:pPr>
            <a:r>
              <a:rPr b="0" i="0" lang="en-US" sz="1200" u="none" cap="none" strike="noStrike">
                <a:solidFill>
                  <a:schemeClr val="dk1"/>
                </a:solidFill>
                <a:latin typeface="Lusitana"/>
                <a:ea typeface="Lusitana"/>
                <a:cs typeface="Lusitana"/>
                <a:sym typeface="Lusitana"/>
              </a:rPr>
              <a:t>CSR enhances the company’s brand value by building a socially strong relationship with customers.</a:t>
            </a:r>
            <a:endParaRPr/>
          </a:p>
          <a:p>
            <a:pPr indent="-171450" lvl="0" marL="171450" marR="0" rtl="0" algn="just">
              <a:lnSpc>
                <a:spcPct val="150000"/>
              </a:lnSpc>
              <a:spcBef>
                <a:spcPts val="0"/>
              </a:spcBef>
              <a:spcAft>
                <a:spcPts val="0"/>
              </a:spcAft>
              <a:buClr>
                <a:srgbClr val="000000"/>
              </a:buClr>
              <a:buSzPts val="1200"/>
              <a:buFont typeface="Noto Sans Symbols"/>
              <a:buChar char="⮚"/>
            </a:pPr>
            <a:r>
              <a:rPr b="0" i="0" lang="en-US" sz="1200" u="none" cap="none" strike="noStrike">
                <a:solidFill>
                  <a:schemeClr val="dk1"/>
                </a:solidFill>
                <a:latin typeface="Lusitana"/>
                <a:ea typeface="Lusitana"/>
                <a:cs typeface="Lusitana"/>
                <a:sym typeface="Lusitana"/>
              </a:rPr>
              <a:t>CSR helps companies to stand out from the competition when companies are involved in any kind of community.</a:t>
            </a:r>
            <a:endParaRPr/>
          </a:p>
        </p:txBody>
      </p:sp>
      <p:pic>
        <p:nvPicPr>
          <p:cNvPr id="651" name="Google Shape;651;p20"/>
          <p:cNvPicPr preferRelativeResize="0"/>
          <p:nvPr/>
        </p:nvPicPr>
        <p:blipFill rotWithShape="1">
          <a:blip r:embed="rId3">
            <a:alphaModFix/>
          </a:blip>
          <a:srcRect b="2530" l="0" r="0" t="1"/>
          <a:stretch/>
        </p:blipFill>
        <p:spPr>
          <a:xfrm>
            <a:off x="5746943" y="1300034"/>
            <a:ext cx="2787089" cy="271655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21"/>
          <p:cNvSpPr txBox="1"/>
          <p:nvPr/>
        </p:nvSpPr>
        <p:spPr>
          <a:xfrm>
            <a:off x="857569" y="472441"/>
            <a:ext cx="7561316" cy="44844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3000"/>
              <a:buFont typeface="Lusitana"/>
              <a:buNone/>
            </a:pPr>
            <a:r>
              <a:rPr b="1" i="0" lang="en-US" sz="1600" u="none" cap="none" strike="noStrike">
                <a:solidFill>
                  <a:schemeClr val="dk1"/>
                </a:solidFill>
                <a:latin typeface="Lusitana"/>
                <a:ea typeface="Lusitana"/>
                <a:cs typeface="Lusitana"/>
                <a:sym typeface="Lusitana"/>
              </a:rPr>
              <a:t>CSR APPLICABILITY IN INDIA</a:t>
            </a:r>
            <a:endParaRPr b="1" i="0" sz="1600" u="none" cap="none" strike="noStrike">
              <a:solidFill>
                <a:schemeClr val="dk1"/>
              </a:solidFill>
              <a:latin typeface="Lusitana"/>
              <a:ea typeface="Lusitana"/>
              <a:cs typeface="Lusitana"/>
              <a:sym typeface="Lusitana"/>
            </a:endParaRPr>
          </a:p>
        </p:txBody>
      </p:sp>
      <p:sp>
        <p:nvSpPr>
          <p:cNvPr id="657" name="Google Shape;657;p21"/>
          <p:cNvSpPr/>
          <p:nvPr/>
        </p:nvSpPr>
        <p:spPr>
          <a:xfrm>
            <a:off x="725115" y="920885"/>
            <a:ext cx="7561316" cy="3426470"/>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171450" lvl="0" marL="171450" marR="0" rtl="0" algn="just">
              <a:lnSpc>
                <a:spcPct val="20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According to Companies Act, 2013(Section 135 (1)) , the provisions of CSR apply to every company fulfilling any of the following conditions in the preceding financial year:</a:t>
            </a:r>
            <a:endParaRPr/>
          </a:p>
          <a:p>
            <a:pPr indent="0" lvl="0" marL="0" marR="0" rtl="0" algn="just">
              <a:lnSpc>
                <a:spcPct val="200000"/>
              </a:lnSpc>
              <a:spcBef>
                <a:spcPts val="0"/>
              </a:spcBef>
              <a:spcAft>
                <a:spcPts val="0"/>
              </a:spcAft>
              <a:buNone/>
            </a:pPr>
            <a:r>
              <a:rPr b="0" i="0" lang="en-US" sz="1100" u="none" cap="none" strike="noStrike">
                <a:solidFill>
                  <a:schemeClr val="dk1"/>
                </a:solidFill>
                <a:latin typeface="Lusitana"/>
                <a:ea typeface="Lusitana"/>
                <a:cs typeface="Lusitana"/>
                <a:sym typeface="Lusitana"/>
              </a:rPr>
              <a:t>•	Net worth of more than Rs.500 crore</a:t>
            </a:r>
            <a:endParaRPr/>
          </a:p>
          <a:p>
            <a:pPr indent="0" lvl="0" marL="0" marR="0" rtl="0" algn="just">
              <a:lnSpc>
                <a:spcPct val="200000"/>
              </a:lnSpc>
              <a:spcBef>
                <a:spcPts val="0"/>
              </a:spcBef>
              <a:spcAft>
                <a:spcPts val="0"/>
              </a:spcAft>
              <a:buNone/>
            </a:pPr>
            <a:r>
              <a:rPr b="0" i="0" lang="en-US" sz="1100" u="none" cap="none" strike="noStrike">
                <a:solidFill>
                  <a:schemeClr val="dk1"/>
                </a:solidFill>
                <a:latin typeface="Lusitana"/>
                <a:ea typeface="Lusitana"/>
                <a:cs typeface="Lusitana"/>
                <a:sym typeface="Lusitana"/>
              </a:rPr>
              <a:t>•	Turnover of more than Rs.1000 crore</a:t>
            </a:r>
            <a:endParaRPr/>
          </a:p>
          <a:p>
            <a:pPr indent="0" lvl="0" marL="0" marR="0" rtl="0" algn="just">
              <a:lnSpc>
                <a:spcPct val="200000"/>
              </a:lnSpc>
              <a:spcBef>
                <a:spcPts val="0"/>
              </a:spcBef>
              <a:spcAft>
                <a:spcPts val="0"/>
              </a:spcAft>
              <a:buNone/>
            </a:pPr>
            <a:r>
              <a:rPr b="0" i="0" lang="en-US" sz="1100" u="none" cap="none" strike="noStrike">
                <a:solidFill>
                  <a:schemeClr val="dk1"/>
                </a:solidFill>
                <a:latin typeface="Lusitana"/>
                <a:ea typeface="Lusitana"/>
                <a:cs typeface="Lusitana"/>
                <a:sym typeface="Lusitana"/>
              </a:rPr>
              <a:t>•	Net profit of more than Rs.5 crore</a:t>
            </a:r>
            <a:endParaRPr/>
          </a:p>
          <a:p>
            <a:pPr indent="-171450" lvl="0" marL="171450" marR="0" rtl="0" algn="just">
              <a:lnSpc>
                <a:spcPct val="20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The Board of Directors of every company for which the CSR provisions apply must ensure that the company spends in every financial year at least 2% of its average net profits made during the immediately preceding three financial years as per its CSR policy. If the company has not completed three financial years since its incorporation, it must spend 2% of its average net profits made during the immediately preceding financial years as per its CSR policy.</a:t>
            </a:r>
            <a:endParaRPr/>
          </a:p>
        </p:txBody>
      </p:sp>
      <p:pic>
        <p:nvPicPr>
          <p:cNvPr id="658" name="Google Shape;658;p21"/>
          <p:cNvPicPr preferRelativeResize="0"/>
          <p:nvPr/>
        </p:nvPicPr>
        <p:blipFill rotWithShape="1">
          <a:blip r:embed="rId3">
            <a:alphaModFix/>
          </a:blip>
          <a:srcRect b="5863" l="0" r="0" t="3434"/>
          <a:stretch/>
        </p:blipFill>
        <p:spPr>
          <a:xfrm>
            <a:off x="5479627" y="1469813"/>
            <a:ext cx="1545793" cy="140208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pic>
        <p:nvPicPr>
          <p:cNvPr descr="Friedman Doctrine" id="663" name="Google Shape;663;p22"/>
          <p:cNvPicPr preferRelativeResize="0"/>
          <p:nvPr/>
        </p:nvPicPr>
        <p:blipFill rotWithShape="1">
          <a:blip r:embed="rId3">
            <a:alphaModFix/>
          </a:blip>
          <a:srcRect b="8201" l="0" r="0" t="7413"/>
          <a:stretch/>
        </p:blipFill>
        <p:spPr>
          <a:xfrm>
            <a:off x="5073" y="0"/>
            <a:ext cx="9138927" cy="51435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23"/>
          <p:cNvSpPr/>
          <p:nvPr/>
        </p:nvSpPr>
        <p:spPr>
          <a:xfrm>
            <a:off x="791342" y="483944"/>
            <a:ext cx="7561316" cy="4175611"/>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171450" lvl="0" marL="171450" marR="0" rtl="0" algn="just">
              <a:lnSpc>
                <a:spcPct val="20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The Friedman Doctrine, developed by American Economist Milton Friedman, is a theory of business ethics that states that “</a:t>
            </a:r>
            <a:r>
              <a:rPr b="1" i="0" lang="en-US" sz="1100" u="none" cap="none" strike="noStrike">
                <a:solidFill>
                  <a:schemeClr val="dk1"/>
                </a:solidFill>
                <a:latin typeface="Lusitana"/>
                <a:ea typeface="Lusitana"/>
                <a:cs typeface="Lusitana"/>
                <a:sym typeface="Lusitana"/>
              </a:rPr>
              <a:t>an entity’s greatest responsibility lies in the satisfaction of the shareholders</a:t>
            </a:r>
            <a:r>
              <a:rPr b="0" i="0" lang="en-US" sz="1100" u="none" cap="none" strike="noStrike">
                <a:solidFill>
                  <a:schemeClr val="dk1"/>
                </a:solidFill>
                <a:latin typeface="Lusitana"/>
                <a:ea typeface="Lusitana"/>
                <a:cs typeface="Lusitana"/>
                <a:sym typeface="Lusitana"/>
              </a:rPr>
              <a:t>.” Therefore, the business should always endeavor to maximize its revenues to increase returns for the shareholders.</a:t>
            </a:r>
            <a:endParaRPr/>
          </a:p>
          <a:p>
            <a:pPr indent="-171450" lvl="0" marL="171450" marR="0" rtl="0" algn="just">
              <a:lnSpc>
                <a:spcPct val="20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An entity does not have any social responsibility to the society around it whatsoever. Instead, he stated that the only responsibility that an entity should abide by is its shareholders. </a:t>
            </a:r>
            <a:endParaRPr/>
          </a:p>
          <a:p>
            <a:pPr indent="-171450" lvl="0" marL="171450" marR="0" rtl="0" algn="just">
              <a:lnSpc>
                <a:spcPct val="20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Friedman justified his claim by explaining that any executives in business are employees of the owners, and they are, therefore, required to deliver quality service to the employer first before any other party. </a:t>
            </a:r>
            <a:endParaRPr/>
          </a:p>
          <a:p>
            <a:pPr indent="-171450" lvl="0" marL="171450" marR="0" rtl="0" algn="just">
              <a:lnSpc>
                <a:spcPct val="20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Profits maximization requires the entity to find ways of generating additional revenues through value addition and creating more products and services while minimizing costs.</a:t>
            </a:r>
            <a:endParaRPr/>
          </a:p>
          <a:p>
            <a:pPr indent="-171450" lvl="0" marL="171450" marR="0" rtl="0" algn="just">
              <a:lnSpc>
                <a:spcPct val="20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Friedman also stated that shareholders should be in charge of key decisions such as social initiatives rather than getting an outsider to make the decision on their behalf.</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24"/>
          <p:cNvSpPr/>
          <p:nvPr/>
        </p:nvSpPr>
        <p:spPr>
          <a:xfrm>
            <a:off x="791342" y="483944"/>
            <a:ext cx="7561316" cy="4175611"/>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171450" lvl="0" marL="171450" marR="0" rtl="0" algn="just">
              <a:lnSpc>
                <a:spcPct val="20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Friedman’s approach to CSR is also called the shareholder approach of CSR.</a:t>
            </a:r>
            <a:endParaRPr/>
          </a:p>
          <a:p>
            <a:pPr indent="-171450" lvl="0" marL="171450" marR="0" rtl="0" algn="just">
              <a:lnSpc>
                <a:spcPct val="20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Friedman suggests that profits seeking firms, just as any private agent, do not have sufficient incentives to efficiently internalize the costs they cause and thus could not be expected to act socially or environmentally responsible. Consequently, although being a “market purist”, he advocates government intervention, through regulation or taxation, based on public preferences (not managers’) and democratic empowerment (not contractual).</a:t>
            </a:r>
            <a:endParaRPr/>
          </a:p>
          <a:p>
            <a:pPr indent="-171450" lvl="0" marL="171450" marR="0" rtl="0" algn="just">
              <a:lnSpc>
                <a:spcPct val="20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For Friedman, businessmen who believe that a business needs to have a “social conscience” are just “unwitting puppets of the intellectual forces”, mining the foundation of a free society.</a:t>
            </a:r>
            <a:endParaRPr/>
          </a:p>
          <a:p>
            <a:pPr indent="-171450" lvl="0" marL="171450" marR="0" rtl="0" algn="just">
              <a:lnSpc>
                <a:spcPct val="20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There are two approaches to Friedman’s opinions on CSR – </a:t>
            </a:r>
            <a:endParaRPr/>
          </a:p>
          <a:p>
            <a:pPr indent="-228600" lvl="2" marL="228600" marR="0" rtl="0" algn="just">
              <a:lnSpc>
                <a:spcPct val="200000"/>
              </a:lnSpc>
              <a:spcBef>
                <a:spcPts val="0"/>
              </a:spcBef>
              <a:spcAft>
                <a:spcPts val="0"/>
              </a:spcAft>
              <a:buClr>
                <a:srgbClr val="000000"/>
              </a:buClr>
              <a:buSzPts val="1100"/>
              <a:buFont typeface="Arial"/>
              <a:buAutoNum type="arabicPeriod"/>
            </a:pPr>
            <a:r>
              <a:rPr b="1" i="0" lang="en-US" sz="1100" u="none" cap="none" strike="noStrike">
                <a:solidFill>
                  <a:schemeClr val="dk1"/>
                </a:solidFill>
                <a:latin typeface="Lusitana"/>
                <a:ea typeface="Lusitana"/>
                <a:cs typeface="Lusitana"/>
                <a:sym typeface="Lusitana"/>
              </a:rPr>
              <a:t>Utilitarian approach</a:t>
            </a:r>
            <a:endParaRPr/>
          </a:p>
          <a:p>
            <a:pPr indent="-228600" lvl="2" marL="228600" marR="0" rtl="0" algn="just">
              <a:lnSpc>
                <a:spcPct val="200000"/>
              </a:lnSpc>
              <a:spcBef>
                <a:spcPts val="0"/>
              </a:spcBef>
              <a:spcAft>
                <a:spcPts val="0"/>
              </a:spcAft>
              <a:buClr>
                <a:srgbClr val="000000"/>
              </a:buClr>
              <a:buSzPts val="1100"/>
              <a:buFont typeface="Arial"/>
              <a:buAutoNum type="arabicPeriod"/>
            </a:pPr>
            <a:r>
              <a:rPr b="1" i="0" lang="en-US" sz="1100" u="none" cap="none" strike="noStrike">
                <a:solidFill>
                  <a:schemeClr val="dk1"/>
                </a:solidFill>
                <a:latin typeface="Lusitana"/>
                <a:ea typeface="Lusitana"/>
                <a:cs typeface="Lusitana"/>
                <a:sym typeface="Lusitana"/>
              </a:rPr>
              <a:t>Deontological approach</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25"/>
          <p:cNvSpPr/>
          <p:nvPr/>
        </p:nvSpPr>
        <p:spPr>
          <a:xfrm>
            <a:off x="709924" y="452629"/>
            <a:ext cx="7644936" cy="3051190"/>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171450" lvl="0" marL="171450" marR="0" rtl="0" algn="just">
              <a:lnSpc>
                <a:spcPct val="20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The </a:t>
            </a:r>
            <a:r>
              <a:rPr b="1" i="0" lang="en-US" sz="1100" u="sng" cap="none" strike="noStrike">
                <a:solidFill>
                  <a:schemeClr val="dk1"/>
                </a:solidFill>
                <a:latin typeface="Lusitana"/>
                <a:ea typeface="Lusitana"/>
                <a:cs typeface="Lusitana"/>
                <a:sym typeface="Lusitana"/>
              </a:rPr>
              <a:t>utilitarian argument </a:t>
            </a:r>
            <a:r>
              <a:rPr b="0" i="0" lang="en-US" sz="1100" u="none" cap="none" strike="noStrike">
                <a:solidFill>
                  <a:schemeClr val="dk1"/>
                </a:solidFill>
                <a:latin typeface="Lusitana"/>
                <a:ea typeface="Lusitana"/>
                <a:cs typeface="Lusitana"/>
                <a:sym typeface="Lusitana"/>
              </a:rPr>
              <a:t>focuses on the concept of self-interest. </a:t>
            </a:r>
            <a:endParaRPr/>
          </a:p>
          <a:p>
            <a:pPr indent="-171450" lvl="0" marL="171450" marR="0" rtl="0" algn="just">
              <a:lnSpc>
                <a:spcPct val="20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Friedman believes that market participants, by pursuing their own egoistic self-interests (seeking profits), are guided by an “invisible hand”, and unintentionally benefit society as a whole in a more efficient way (Pareto Optimality) than when they would by acting directly to promote the public welfare.</a:t>
            </a:r>
            <a:endParaRPr/>
          </a:p>
          <a:p>
            <a:pPr indent="-171450" lvl="0" marL="171450" marR="0" rtl="0" algn="just">
              <a:lnSpc>
                <a:spcPct val="20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Put differently, Friedman questions the competence of business leaders to discern and directly promote the general welfare and concludes that “the market itself is the best mechanism by which to promote the public good”.</a:t>
            </a:r>
            <a:endParaRPr/>
          </a:p>
          <a:p>
            <a:pPr indent="-171450" lvl="0" marL="171450" marR="0" rtl="0" algn="just">
              <a:lnSpc>
                <a:spcPct val="20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 Therefore, there is no justification to make a claim that “businesses have any social responsibilities other than to legally and honestly maximize the profits of the firm”</a:t>
            </a:r>
            <a:endParaRPr/>
          </a:p>
        </p:txBody>
      </p:sp>
      <p:pic>
        <p:nvPicPr>
          <p:cNvPr descr="Utilitarianism Vs. Deontology: A Battle At Crossroads Of Ethics –  Uditangshu Roy - The Perceptio" id="679" name="Google Shape;679;p25"/>
          <p:cNvPicPr preferRelativeResize="0"/>
          <p:nvPr/>
        </p:nvPicPr>
        <p:blipFill rotWithShape="1">
          <a:blip r:embed="rId3">
            <a:alphaModFix/>
          </a:blip>
          <a:srcRect b="10684" l="21369" r="21712" t="14749"/>
          <a:stretch/>
        </p:blipFill>
        <p:spPr>
          <a:xfrm>
            <a:off x="5561556" y="3079853"/>
            <a:ext cx="2373682" cy="161101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26"/>
          <p:cNvSpPr/>
          <p:nvPr/>
        </p:nvSpPr>
        <p:spPr>
          <a:xfrm>
            <a:off x="791342" y="483944"/>
            <a:ext cx="7561316" cy="4175611"/>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171450" lvl="0" marL="171450" marR="0" rtl="0" algn="just">
              <a:lnSpc>
                <a:spcPct val="20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The </a:t>
            </a:r>
            <a:r>
              <a:rPr b="1" i="0" lang="en-US" sz="1100" u="sng" cap="none" strike="noStrike">
                <a:solidFill>
                  <a:schemeClr val="dk1"/>
                </a:solidFill>
                <a:latin typeface="Lusitana"/>
                <a:ea typeface="Lusitana"/>
                <a:cs typeface="Lusitana"/>
                <a:sym typeface="Lusitana"/>
              </a:rPr>
              <a:t>deontological argument</a:t>
            </a:r>
            <a:r>
              <a:rPr b="0" i="0" lang="en-US" sz="1100" u="none" cap="none" strike="noStrike">
                <a:solidFill>
                  <a:schemeClr val="dk1"/>
                </a:solidFill>
                <a:latin typeface="Lusitana"/>
                <a:ea typeface="Lusitana"/>
                <a:cs typeface="Lusitana"/>
                <a:sym typeface="Lusitana"/>
              </a:rPr>
              <a:t>, instead, gravitates around the observation that businesses are contractual arrangements between stockholders and executives. </a:t>
            </a:r>
            <a:endParaRPr/>
          </a:p>
          <a:p>
            <a:pPr indent="-171450" lvl="0" marL="171450" marR="0" rtl="0" algn="just">
              <a:lnSpc>
                <a:spcPct val="20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As such, managers’ “primary responsibility is to them”: executives must not divert business resources away from the purposes expressly authorized by the stockholders, irrespective of any societal benefits that could be accrued by doing so. </a:t>
            </a:r>
            <a:endParaRPr/>
          </a:p>
          <a:p>
            <a:pPr indent="-171450" lvl="0" marL="171450" marR="0" rtl="0" algn="just">
              <a:lnSpc>
                <a:spcPct val="20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They are always free, as private citizens, to spend their own personal funds for charitable or socially beneficial projects, but, when functioning as agents of the stockholders, if they engage in actions that are unrelated to profits maximization, they not only violate their fiduciary duties, but also become in effect “public employees” or “civil servants”, imposing taxes on business owners and promoting an “unadulterated socialism”. </a:t>
            </a:r>
            <a:endParaRPr/>
          </a:p>
          <a:p>
            <a:pPr indent="-171450" lvl="0" marL="171450" marR="0" rtl="0" algn="just">
              <a:lnSpc>
                <a:spcPct val="200000"/>
              </a:lnSpc>
              <a:spcBef>
                <a:spcPts val="0"/>
              </a:spcBef>
              <a:spcAft>
                <a:spcPts val="0"/>
              </a:spcAft>
              <a:buClr>
                <a:srgbClr val="000000"/>
              </a:buClr>
              <a:buSzPts val="1100"/>
              <a:buFont typeface="Noto Sans Symbols"/>
              <a:buChar char="⮚"/>
            </a:pPr>
            <a:r>
              <a:rPr b="0" i="0" lang="en-US" sz="1100" u="none" cap="none" strike="noStrike">
                <a:solidFill>
                  <a:schemeClr val="dk1"/>
                </a:solidFill>
                <a:latin typeface="Lusitana"/>
                <a:ea typeface="Lusitana"/>
                <a:cs typeface="Lusitana"/>
                <a:sym typeface="Lusitana"/>
              </a:rPr>
              <a:t>In other words, in the shareholder perspective of Friedman, CSR can be just explained as a manifestation of moral hazard towards owners.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pic>
        <p:nvPicPr>
          <p:cNvPr id="689" name="Google Shape;689;p27"/>
          <p:cNvPicPr preferRelativeResize="0"/>
          <p:nvPr/>
        </p:nvPicPr>
        <p:blipFill rotWithShape="1">
          <a:blip r:embed="rId3">
            <a:alphaModFix/>
          </a:blip>
          <a:srcRect b="0" l="0" r="0" t="0"/>
          <a:stretch/>
        </p:blipFill>
        <p:spPr>
          <a:xfrm>
            <a:off x="1995227" y="138266"/>
            <a:ext cx="6606566" cy="4866967"/>
          </a:xfrm>
          <a:prstGeom prst="rect">
            <a:avLst/>
          </a:prstGeom>
          <a:noFill/>
          <a:ln>
            <a:noFill/>
          </a:ln>
        </p:spPr>
      </p:pic>
      <p:sp>
        <p:nvSpPr>
          <p:cNvPr id="690" name="Google Shape;690;p27"/>
          <p:cNvSpPr/>
          <p:nvPr/>
        </p:nvSpPr>
        <p:spPr>
          <a:xfrm>
            <a:off x="958242" y="-119479"/>
            <a:ext cx="255612" cy="526297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4800" u="none" cap="none" strike="noStrike">
                <a:solidFill>
                  <a:srgbClr val="5C784E"/>
                </a:solidFill>
                <a:latin typeface="Arial"/>
                <a:ea typeface="Arial"/>
                <a:cs typeface="Arial"/>
                <a:sym typeface="Arial"/>
              </a:rPr>
              <a:t>S</a:t>
            </a:r>
            <a:endParaRPr/>
          </a:p>
          <a:p>
            <a:pPr indent="0" lvl="0" marL="0" marR="0" rtl="0" algn="ctr">
              <a:lnSpc>
                <a:spcPct val="100000"/>
              </a:lnSpc>
              <a:spcBef>
                <a:spcPts val="0"/>
              </a:spcBef>
              <a:spcAft>
                <a:spcPts val="0"/>
              </a:spcAft>
              <a:buNone/>
            </a:pPr>
            <a:r>
              <a:rPr b="1" i="0" lang="en-US" sz="4800" u="none" cap="none" strike="noStrike">
                <a:solidFill>
                  <a:srgbClr val="5C784E"/>
                </a:solidFill>
                <a:latin typeface="Arial"/>
                <a:ea typeface="Arial"/>
                <a:cs typeface="Arial"/>
                <a:sym typeface="Arial"/>
              </a:rPr>
              <a:t>U</a:t>
            </a:r>
            <a:endParaRPr/>
          </a:p>
          <a:p>
            <a:pPr indent="0" lvl="0" marL="0" marR="0" rtl="0" algn="ctr">
              <a:lnSpc>
                <a:spcPct val="100000"/>
              </a:lnSpc>
              <a:spcBef>
                <a:spcPts val="0"/>
              </a:spcBef>
              <a:spcAft>
                <a:spcPts val="0"/>
              </a:spcAft>
              <a:buNone/>
            </a:pPr>
            <a:r>
              <a:rPr b="1" i="0" lang="en-US" sz="4800" u="none" cap="none" strike="noStrike">
                <a:solidFill>
                  <a:srgbClr val="5C784E"/>
                </a:solidFill>
                <a:latin typeface="Arial"/>
                <a:ea typeface="Arial"/>
                <a:cs typeface="Arial"/>
                <a:sym typeface="Arial"/>
              </a:rPr>
              <a:t>M</a:t>
            </a:r>
            <a:endParaRPr/>
          </a:p>
          <a:p>
            <a:pPr indent="0" lvl="0" marL="0" marR="0" rtl="0" algn="ctr">
              <a:lnSpc>
                <a:spcPct val="100000"/>
              </a:lnSpc>
              <a:spcBef>
                <a:spcPts val="0"/>
              </a:spcBef>
              <a:spcAft>
                <a:spcPts val="0"/>
              </a:spcAft>
              <a:buNone/>
            </a:pPr>
            <a:r>
              <a:rPr b="1" i="0" lang="en-US" sz="4800" u="none" cap="none" strike="noStrike">
                <a:solidFill>
                  <a:srgbClr val="5C784E"/>
                </a:solidFill>
                <a:latin typeface="Arial"/>
                <a:ea typeface="Arial"/>
                <a:cs typeface="Arial"/>
                <a:sym typeface="Arial"/>
              </a:rPr>
              <a:t>M</a:t>
            </a:r>
            <a:endParaRPr/>
          </a:p>
          <a:p>
            <a:pPr indent="0" lvl="0" marL="0" marR="0" rtl="0" algn="ctr">
              <a:lnSpc>
                <a:spcPct val="100000"/>
              </a:lnSpc>
              <a:spcBef>
                <a:spcPts val="0"/>
              </a:spcBef>
              <a:spcAft>
                <a:spcPts val="0"/>
              </a:spcAft>
              <a:buNone/>
            </a:pPr>
            <a:r>
              <a:rPr b="1" i="0" lang="en-US" sz="4800" u="none" cap="none" strike="noStrike">
                <a:solidFill>
                  <a:srgbClr val="5C784E"/>
                </a:solidFill>
                <a:latin typeface="Arial"/>
                <a:ea typeface="Arial"/>
                <a:cs typeface="Arial"/>
                <a:sym typeface="Arial"/>
              </a:rPr>
              <a:t>A</a:t>
            </a:r>
            <a:endParaRPr/>
          </a:p>
          <a:p>
            <a:pPr indent="0" lvl="0" marL="0" marR="0" rtl="0" algn="ctr">
              <a:lnSpc>
                <a:spcPct val="100000"/>
              </a:lnSpc>
              <a:spcBef>
                <a:spcPts val="0"/>
              </a:spcBef>
              <a:spcAft>
                <a:spcPts val="0"/>
              </a:spcAft>
              <a:buNone/>
            </a:pPr>
            <a:r>
              <a:rPr b="1" i="0" lang="en-US" sz="4800" u="none" cap="none" strike="noStrike">
                <a:solidFill>
                  <a:srgbClr val="5C784E"/>
                </a:solidFill>
                <a:latin typeface="Arial"/>
                <a:ea typeface="Arial"/>
                <a:cs typeface="Arial"/>
                <a:sym typeface="Arial"/>
              </a:rPr>
              <a:t>R</a:t>
            </a:r>
            <a:endParaRPr/>
          </a:p>
          <a:p>
            <a:pPr indent="0" lvl="0" marL="0" marR="0" rtl="0" algn="ctr">
              <a:lnSpc>
                <a:spcPct val="100000"/>
              </a:lnSpc>
              <a:spcBef>
                <a:spcPts val="0"/>
              </a:spcBef>
              <a:spcAft>
                <a:spcPts val="0"/>
              </a:spcAft>
              <a:buNone/>
            </a:pPr>
            <a:r>
              <a:rPr b="1" i="0" lang="en-US" sz="4800" u="none" cap="none" strike="noStrike">
                <a:solidFill>
                  <a:srgbClr val="5C784E"/>
                </a:solidFill>
                <a:latin typeface="Arial"/>
                <a:ea typeface="Arial"/>
                <a:cs typeface="Arial"/>
                <a:sym typeface="Arial"/>
              </a:rPr>
              <a:t>Y</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pic>
        <p:nvPicPr>
          <p:cNvPr id="695" name="Google Shape;695;p28"/>
          <p:cNvPicPr preferRelativeResize="0"/>
          <p:nvPr/>
        </p:nvPicPr>
        <p:blipFill rotWithShape="1">
          <a:blip r:embed="rId3">
            <a:alphaModFix/>
          </a:blip>
          <a:srcRect b="0" l="0" r="0" t="0"/>
          <a:stretch/>
        </p:blipFill>
        <p:spPr>
          <a:xfrm>
            <a:off x="4570932" y="766294"/>
            <a:ext cx="3573886" cy="3573886"/>
          </a:xfrm>
          <a:prstGeom prst="rect">
            <a:avLst/>
          </a:prstGeom>
          <a:noFill/>
          <a:ln>
            <a:noFill/>
          </a:ln>
        </p:spPr>
      </p:pic>
      <p:sp>
        <p:nvSpPr>
          <p:cNvPr id="696" name="Google Shape;696;p28"/>
          <p:cNvSpPr/>
          <p:nvPr/>
        </p:nvSpPr>
        <p:spPr>
          <a:xfrm>
            <a:off x="1342405" y="1694587"/>
            <a:ext cx="2608406" cy="175432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5400" u="none" cap="none" strike="noStrike">
                <a:solidFill>
                  <a:srgbClr val="BDCDB4"/>
                </a:solidFill>
                <a:latin typeface="Arial"/>
                <a:ea typeface="Arial"/>
                <a:cs typeface="Arial"/>
                <a:sym typeface="Arial"/>
              </a:rPr>
              <a:t>THANK</a:t>
            </a:r>
            <a:endParaRPr/>
          </a:p>
          <a:p>
            <a:pPr indent="0" lvl="0" marL="0" marR="0" rtl="0" algn="ctr">
              <a:lnSpc>
                <a:spcPct val="100000"/>
              </a:lnSpc>
              <a:spcBef>
                <a:spcPts val="0"/>
              </a:spcBef>
              <a:spcAft>
                <a:spcPts val="0"/>
              </a:spcAft>
              <a:buNone/>
            </a:pPr>
            <a:r>
              <a:rPr b="1" i="0" lang="en-US" sz="5400" u="none" cap="none" strike="noStrike">
                <a:solidFill>
                  <a:srgbClr val="BDCDB4"/>
                </a:solidFill>
                <a:latin typeface="Arial"/>
                <a:ea typeface="Arial"/>
                <a:cs typeface="Arial"/>
                <a:sym typeface="Arial"/>
              </a:rPr>
              <a:t>YOU</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Pest-Borne Diseases: Nile Fever by Slidesgo">
  <a:themeElements>
    <a:clrScheme name="Simple Light">
      <a:dk1>
        <a:srgbClr val="2D3A26"/>
      </a:dk1>
      <a:lt1>
        <a:srgbClr val="DCE7D6"/>
      </a:lt1>
      <a:dk2>
        <a:srgbClr val="FFFAF5"/>
      </a:dk2>
      <a:lt2>
        <a:srgbClr val="E68929"/>
      </a:lt2>
      <a:accent1>
        <a:srgbClr val="DD513B"/>
      </a:accent1>
      <a:accent2>
        <a:srgbClr val="607A52"/>
      </a:accent2>
      <a:accent3>
        <a:srgbClr val="66431E"/>
      </a:accent3>
      <a:accent4>
        <a:srgbClr val="FFFFFF"/>
      </a:accent4>
      <a:accent5>
        <a:srgbClr val="FFFFFF"/>
      </a:accent5>
      <a:accent6>
        <a:srgbClr val="FFFFFF"/>
      </a:accent6>
      <a:hlink>
        <a:srgbClr val="2D3A2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Rashmika</dc:creator>
</cp:coreProperties>
</file>