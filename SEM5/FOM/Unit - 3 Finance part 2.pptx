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42" r:id="rId1"/>
  </p:sldMasterIdLst>
  <p:sldIdLst>
    <p:sldId id="256" r:id="rId2"/>
    <p:sldId id="258" r:id="rId3"/>
    <p:sldId id="260" r:id="rId4"/>
    <p:sldId id="261" r:id="rId5"/>
    <p:sldId id="264" r:id="rId6"/>
    <p:sldId id="265" r:id="rId7"/>
    <p:sldId id="279" r:id="rId8"/>
    <p:sldId id="268" r:id="rId9"/>
    <p:sldId id="281" r:id="rId10"/>
    <p:sldId id="282" r:id="rId11"/>
    <p:sldId id="269" r:id="rId12"/>
    <p:sldId id="280" r:id="rId13"/>
    <p:sldId id="270" r:id="rId14"/>
    <p:sldId id="283" r:id="rId15"/>
    <p:sldId id="277" r:id="rId16"/>
  </p:sldIdLst>
  <p:sldSz cx="10058400" cy="7543800"/>
  <p:notesSz cx="10058400" cy="75438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75" d="100"/>
          <a:sy n="75" d="100"/>
        </p:scale>
        <p:origin x="1450" y="23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53086" y="1592582"/>
            <a:ext cx="7283065" cy="3662539"/>
          </a:xfrm>
        </p:spPr>
        <p:txBody>
          <a:bodyPr anchor="b"/>
          <a:lstStyle>
            <a:lvl1pPr>
              <a:defRPr sz="7920"/>
            </a:lvl1pPr>
          </a:lstStyle>
          <a:p>
            <a:r>
              <a:rPr lang="en-US"/>
              <a:t>Click to edit Master title style</a:t>
            </a:r>
            <a:endParaRPr lang="en-US" dirty="0"/>
          </a:p>
        </p:txBody>
      </p:sp>
      <p:sp>
        <p:nvSpPr>
          <p:cNvPr id="3" name="Subtitle 2"/>
          <p:cNvSpPr>
            <a:spLocks noGrp="1"/>
          </p:cNvSpPr>
          <p:nvPr>
            <p:ph type="subTitle" idx="1"/>
          </p:nvPr>
        </p:nvSpPr>
        <p:spPr>
          <a:xfrm>
            <a:off x="953086" y="5255118"/>
            <a:ext cx="7283065" cy="947562"/>
          </a:xfrm>
        </p:spPr>
        <p:txBody>
          <a:bodyPr anchor="t"/>
          <a:lstStyle>
            <a:lvl1pPr marL="0" indent="0" algn="l">
              <a:buNone/>
              <a:defRPr cap="all">
                <a:solidFill>
                  <a:schemeClr val="bg2">
                    <a:lumMod val="40000"/>
                    <a:lumOff val="60000"/>
                  </a:schemeClr>
                </a:solidFill>
              </a:defRPr>
            </a:lvl1pPr>
            <a:lvl2pPr marL="502920" indent="0" algn="ctr">
              <a:buNone/>
              <a:defRPr>
                <a:solidFill>
                  <a:schemeClr val="tx1">
                    <a:tint val="75000"/>
                  </a:schemeClr>
                </a:solidFill>
              </a:defRPr>
            </a:lvl2pPr>
            <a:lvl3pPr marL="1005840" indent="0" algn="ctr">
              <a:buNone/>
              <a:defRPr>
                <a:solidFill>
                  <a:schemeClr val="tx1">
                    <a:tint val="75000"/>
                  </a:schemeClr>
                </a:solidFill>
              </a:defRPr>
            </a:lvl3pPr>
            <a:lvl4pPr marL="1508760" indent="0" algn="ctr">
              <a:buNone/>
              <a:defRPr>
                <a:solidFill>
                  <a:schemeClr val="tx1">
                    <a:tint val="75000"/>
                  </a:schemeClr>
                </a:solidFill>
              </a:defRPr>
            </a:lvl4pPr>
            <a:lvl5pPr marL="2011680" indent="0" algn="ctr">
              <a:buNone/>
              <a:defRPr>
                <a:solidFill>
                  <a:schemeClr val="tx1">
                    <a:tint val="75000"/>
                  </a:schemeClr>
                </a:solidFill>
              </a:defRPr>
            </a:lvl5pPr>
            <a:lvl6pPr marL="2514600" indent="0" algn="ctr">
              <a:buNone/>
              <a:defRPr>
                <a:solidFill>
                  <a:schemeClr val="tx1">
                    <a:tint val="75000"/>
                  </a:schemeClr>
                </a:solidFill>
              </a:defRPr>
            </a:lvl6pPr>
            <a:lvl7pPr marL="3017520" indent="0" algn="ctr">
              <a:buNone/>
              <a:defRPr>
                <a:solidFill>
                  <a:schemeClr val="tx1">
                    <a:tint val="75000"/>
                  </a:schemeClr>
                </a:solidFill>
              </a:defRPr>
            </a:lvl7pPr>
            <a:lvl8pPr marL="3520440" indent="0" algn="ctr">
              <a:buNone/>
              <a:defRPr>
                <a:solidFill>
                  <a:schemeClr val="tx1">
                    <a:tint val="75000"/>
                  </a:schemeClr>
                </a:solidFill>
              </a:defRPr>
            </a:lvl8pPr>
            <a:lvl9pPr marL="402336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5" name="Footer Placeholder 4"/>
          <p:cNvSpPr>
            <a:spLocks noGrp="1"/>
          </p:cNvSpPr>
          <p:nvPr>
            <p:ph type="ftr" sz="quarter" idx="11"/>
          </p:nvPr>
        </p:nvSpPr>
        <p:spPr/>
        <p:txBody>
          <a:bodyPr/>
          <a:lstStyle/>
          <a:p>
            <a:pPr marL="12700">
              <a:lnSpc>
                <a:spcPts val="1535"/>
              </a:lnSpc>
            </a:pPr>
            <a:r>
              <a:rPr lang="en-US" spc="-10" dirty="0"/>
              <a:t>3/15/2016</a:t>
            </a:r>
          </a:p>
        </p:txBody>
      </p:sp>
      <p:sp>
        <p:nvSpPr>
          <p:cNvPr id="6" name="Slide Number Placeholder 5"/>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24508904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5" name="Footer Placeholder 4"/>
          <p:cNvSpPr>
            <a:spLocks noGrp="1"/>
          </p:cNvSpPr>
          <p:nvPr>
            <p:ph type="ftr" sz="quarter" idx="11"/>
          </p:nvPr>
        </p:nvSpPr>
        <p:spPr/>
        <p:txBody>
          <a:bodyPr/>
          <a:lstStyle/>
          <a:p>
            <a:pPr marL="12700">
              <a:lnSpc>
                <a:spcPts val="1535"/>
              </a:lnSpc>
            </a:pPr>
            <a:r>
              <a:rPr lang="en-US" spc="-10" dirty="0"/>
              <a:t>3/15/2016</a:t>
            </a:r>
          </a:p>
        </p:txBody>
      </p:sp>
      <p:sp>
        <p:nvSpPr>
          <p:cNvPr id="6" name="Slide Number Placeholder 5"/>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11534227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53088" y="3147908"/>
            <a:ext cx="7283064" cy="2107212"/>
          </a:xfrm>
        </p:spPr>
        <p:txBody>
          <a:bodyPr anchor="b"/>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953086" y="5255119"/>
            <a:ext cx="7283065" cy="946440"/>
          </a:xfrm>
        </p:spPr>
        <p:txBody>
          <a:bodyPr anchor="t"/>
          <a:lstStyle>
            <a:lvl1pPr marL="0" indent="0" algn="l">
              <a:buNone/>
              <a:defRPr sz="2200" cap="all">
                <a:solidFill>
                  <a:schemeClr val="bg2">
                    <a:lumMod val="40000"/>
                    <a:lumOff val="60000"/>
                  </a:schemeClr>
                </a:solidFill>
              </a:defRPr>
            </a:lvl1pPr>
            <a:lvl2pPr marL="502920" indent="0">
              <a:buNone/>
              <a:defRPr sz="1980">
                <a:solidFill>
                  <a:schemeClr val="tx1">
                    <a:tint val="75000"/>
                  </a:schemeClr>
                </a:solidFill>
              </a:defRPr>
            </a:lvl2pPr>
            <a:lvl3pPr marL="1005840" indent="0">
              <a:buNone/>
              <a:defRPr sz="1760">
                <a:solidFill>
                  <a:schemeClr val="tx1">
                    <a:tint val="75000"/>
                  </a:schemeClr>
                </a:solidFill>
              </a:defRPr>
            </a:lvl3pPr>
            <a:lvl4pPr marL="1508760" indent="0">
              <a:buNone/>
              <a:defRPr sz="1540">
                <a:solidFill>
                  <a:schemeClr val="tx1">
                    <a:tint val="75000"/>
                  </a:schemeClr>
                </a:solidFill>
              </a:defRPr>
            </a:lvl4pPr>
            <a:lvl5pPr marL="2011680" indent="0">
              <a:buNone/>
              <a:defRPr sz="1540">
                <a:solidFill>
                  <a:schemeClr val="tx1">
                    <a:tint val="75000"/>
                  </a:schemeClr>
                </a:solidFill>
              </a:defRPr>
            </a:lvl5pPr>
            <a:lvl6pPr marL="2514600" indent="0">
              <a:buNone/>
              <a:defRPr sz="1540">
                <a:solidFill>
                  <a:schemeClr val="tx1">
                    <a:tint val="75000"/>
                  </a:schemeClr>
                </a:solidFill>
              </a:defRPr>
            </a:lvl6pPr>
            <a:lvl7pPr marL="3017520" indent="0">
              <a:buNone/>
              <a:defRPr sz="1540">
                <a:solidFill>
                  <a:schemeClr val="tx1">
                    <a:tint val="75000"/>
                  </a:schemeClr>
                </a:solidFill>
              </a:defRPr>
            </a:lvl7pPr>
            <a:lvl8pPr marL="3520440" indent="0">
              <a:buNone/>
              <a:defRPr sz="1540">
                <a:solidFill>
                  <a:schemeClr val="tx1">
                    <a:tint val="75000"/>
                  </a:schemeClr>
                </a:solidFill>
              </a:defRPr>
            </a:lvl8pPr>
            <a:lvl9pPr marL="4023360" indent="0">
              <a:buNone/>
              <a:defRPr sz="15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5" name="Footer Placeholder 4"/>
          <p:cNvSpPr>
            <a:spLocks noGrp="1"/>
          </p:cNvSpPr>
          <p:nvPr>
            <p:ph type="ftr" sz="quarter" idx="11"/>
          </p:nvPr>
        </p:nvSpPr>
        <p:spPr/>
        <p:txBody>
          <a:bodyPr/>
          <a:lstStyle/>
          <a:p>
            <a:pPr marL="12700">
              <a:lnSpc>
                <a:spcPts val="1535"/>
              </a:lnSpc>
            </a:pPr>
            <a:r>
              <a:rPr lang="en-US" spc="-10" dirty="0"/>
              <a:t>3/15/2016</a:t>
            </a:r>
          </a:p>
        </p:txBody>
      </p:sp>
      <p:sp>
        <p:nvSpPr>
          <p:cNvPr id="6" name="Slide Number Placeholder 5"/>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41340070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910471" y="2266634"/>
            <a:ext cx="3627924" cy="4615339"/>
          </a:xfrm>
        </p:spPr>
        <p:txBody>
          <a:bodyPr>
            <a:normAutofit/>
          </a:bodyPr>
          <a:lstStyle>
            <a:lvl1pPr>
              <a:defRPr sz="1980"/>
            </a:lvl1pPr>
            <a:lvl2pPr>
              <a:defRPr sz="1760"/>
            </a:lvl2pPr>
            <a:lvl3pPr>
              <a:defRPr sz="1540"/>
            </a:lvl3pPr>
            <a:lvl4pPr>
              <a:defRPr sz="1320"/>
            </a:lvl4pPr>
            <a:lvl5pPr>
              <a:defRPr sz="1320"/>
            </a:lvl5pPr>
            <a:lvl6pPr>
              <a:defRPr sz="1320"/>
            </a:lvl6pPr>
            <a:lvl7pPr>
              <a:defRPr sz="1320"/>
            </a:lvl7pPr>
            <a:lvl8pPr>
              <a:defRPr sz="1320"/>
            </a:lvl8pPr>
            <a:lvl9pPr>
              <a:defRPr sz="1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66173" y="2261703"/>
            <a:ext cx="3627927" cy="4620270"/>
          </a:xfrm>
        </p:spPr>
        <p:txBody>
          <a:bodyPr>
            <a:normAutofit/>
          </a:bodyPr>
          <a:lstStyle>
            <a:lvl1pPr>
              <a:defRPr sz="1980"/>
            </a:lvl1pPr>
            <a:lvl2pPr>
              <a:defRPr sz="1760"/>
            </a:lvl2pPr>
            <a:lvl3pPr>
              <a:defRPr sz="1540"/>
            </a:lvl3pPr>
            <a:lvl4pPr>
              <a:defRPr sz="1320"/>
            </a:lvl4pPr>
            <a:lvl5pPr>
              <a:defRPr sz="1320"/>
            </a:lvl5pPr>
            <a:lvl6pPr>
              <a:defRPr sz="1320"/>
            </a:lvl6pPr>
            <a:lvl7pPr>
              <a:defRPr sz="1320"/>
            </a:lvl7pPr>
            <a:lvl8pPr>
              <a:defRPr sz="1320"/>
            </a:lvl8pPr>
            <a:lvl9pPr>
              <a:defRPr sz="1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6" name="Footer Placeholder 5"/>
          <p:cNvSpPr>
            <a:spLocks noGrp="1"/>
          </p:cNvSpPr>
          <p:nvPr>
            <p:ph type="ftr" sz="quarter" idx="11"/>
          </p:nvPr>
        </p:nvSpPr>
        <p:spPr/>
        <p:txBody>
          <a:bodyPr/>
          <a:lstStyle/>
          <a:p>
            <a:pPr marL="12700">
              <a:lnSpc>
                <a:spcPts val="1535"/>
              </a:lnSpc>
            </a:pPr>
            <a:r>
              <a:rPr lang="en-US" spc="-10" dirty="0"/>
              <a:t>3/15/2016</a:t>
            </a:r>
          </a:p>
        </p:txBody>
      </p:sp>
      <p:sp>
        <p:nvSpPr>
          <p:cNvPr id="7" name="Slide Number Placeholder 6"/>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33482114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10470" y="2095500"/>
            <a:ext cx="3627923" cy="633888"/>
          </a:xfrm>
        </p:spPr>
        <p:txBody>
          <a:bodyPr anchor="b">
            <a:noAutofit/>
          </a:bodyPr>
          <a:lstStyle>
            <a:lvl1pPr marL="0" indent="0">
              <a:buNone/>
              <a:defRPr sz="2640" b="0">
                <a:solidFill>
                  <a:schemeClr val="bg2">
                    <a:lumMod val="40000"/>
                    <a:lumOff val="60000"/>
                  </a:schemeClr>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4" name="Content Placeholder 3"/>
          <p:cNvSpPr>
            <a:spLocks noGrp="1"/>
          </p:cNvSpPr>
          <p:nvPr>
            <p:ph sz="half" idx="2"/>
          </p:nvPr>
        </p:nvSpPr>
        <p:spPr>
          <a:xfrm>
            <a:off x="910471" y="2766060"/>
            <a:ext cx="3627924" cy="4115912"/>
          </a:xfrm>
        </p:spPr>
        <p:txBody>
          <a:bodyPr>
            <a:normAutofit/>
          </a:bodyPr>
          <a:lstStyle>
            <a:lvl1pPr>
              <a:defRPr sz="1980"/>
            </a:lvl1pPr>
            <a:lvl2pPr>
              <a:defRPr sz="1760"/>
            </a:lvl2pPr>
            <a:lvl3pPr>
              <a:defRPr sz="1540"/>
            </a:lvl3pPr>
            <a:lvl4pPr>
              <a:defRPr sz="1320"/>
            </a:lvl4pPr>
            <a:lvl5pPr>
              <a:defRPr sz="1320"/>
            </a:lvl5pPr>
            <a:lvl6pPr>
              <a:defRPr sz="1320"/>
            </a:lvl6pPr>
            <a:lvl7pPr>
              <a:defRPr sz="1320"/>
            </a:lvl7pPr>
            <a:lvl8pPr>
              <a:defRPr sz="1320"/>
            </a:lvl8pPr>
            <a:lvl9pPr>
              <a:defRPr sz="1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66174" y="2095500"/>
            <a:ext cx="3627924" cy="633888"/>
          </a:xfrm>
        </p:spPr>
        <p:txBody>
          <a:bodyPr anchor="b">
            <a:noAutofit/>
          </a:bodyPr>
          <a:lstStyle>
            <a:lvl1pPr marL="0" indent="0">
              <a:buNone/>
              <a:defRPr sz="2640" b="0">
                <a:solidFill>
                  <a:schemeClr val="bg2">
                    <a:lumMod val="40000"/>
                    <a:lumOff val="60000"/>
                  </a:schemeClr>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6" name="Content Placeholder 5"/>
          <p:cNvSpPr>
            <a:spLocks noGrp="1"/>
          </p:cNvSpPr>
          <p:nvPr>
            <p:ph sz="quarter" idx="4"/>
          </p:nvPr>
        </p:nvSpPr>
        <p:spPr>
          <a:xfrm>
            <a:off x="4666174" y="2766060"/>
            <a:ext cx="3627924" cy="4115912"/>
          </a:xfrm>
        </p:spPr>
        <p:txBody>
          <a:bodyPr>
            <a:normAutofit/>
          </a:bodyPr>
          <a:lstStyle>
            <a:lvl1pPr>
              <a:defRPr sz="1980"/>
            </a:lvl1pPr>
            <a:lvl2pPr>
              <a:defRPr sz="1760"/>
            </a:lvl2pPr>
            <a:lvl3pPr>
              <a:defRPr sz="1540"/>
            </a:lvl3pPr>
            <a:lvl4pPr>
              <a:defRPr sz="1320"/>
            </a:lvl4pPr>
            <a:lvl5pPr>
              <a:defRPr sz="1320"/>
            </a:lvl5pPr>
            <a:lvl6pPr>
              <a:defRPr sz="1320"/>
            </a:lvl6pPr>
            <a:lvl7pPr>
              <a:defRPr sz="1320"/>
            </a:lvl7pPr>
            <a:lvl8pPr>
              <a:defRPr sz="1320"/>
            </a:lvl8pPr>
            <a:lvl9pPr>
              <a:defRPr sz="132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8" name="Footer Placeholder 7"/>
          <p:cNvSpPr>
            <a:spLocks noGrp="1"/>
          </p:cNvSpPr>
          <p:nvPr>
            <p:ph type="ftr" sz="quarter" idx="11"/>
          </p:nvPr>
        </p:nvSpPr>
        <p:spPr/>
        <p:txBody>
          <a:bodyPr/>
          <a:lstStyle/>
          <a:p>
            <a:pPr marL="12700">
              <a:lnSpc>
                <a:spcPts val="1535"/>
              </a:lnSpc>
            </a:pPr>
            <a:r>
              <a:rPr lang="en-US" spc="-10" dirty="0"/>
              <a:t>3/15/2016</a:t>
            </a:r>
          </a:p>
        </p:txBody>
      </p:sp>
      <p:sp>
        <p:nvSpPr>
          <p:cNvPr id="9" name="Slide Number Placeholder 8"/>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6073776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5" name="Footer Placeholder 3"/>
          <p:cNvSpPr>
            <a:spLocks noGrp="1"/>
          </p:cNvSpPr>
          <p:nvPr>
            <p:ph type="ftr" sz="quarter" idx="11"/>
          </p:nvPr>
        </p:nvSpPr>
        <p:spPr/>
        <p:txBody>
          <a:bodyPr/>
          <a:lstStyle/>
          <a:p>
            <a:pPr marL="12700">
              <a:lnSpc>
                <a:spcPts val="1535"/>
              </a:lnSpc>
            </a:pPr>
            <a:r>
              <a:rPr lang="en-US" spc="-10" dirty="0"/>
              <a:t>3/15/2016</a:t>
            </a:r>
          </a:p>
        </p:txBody>
      </p:sp>
      <p:sp>
        <p:nvSpPr>
          <p:cNvPr id="6" name="Slide Number Placeholder 4"/>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40952613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5" name="Footer Placeholder 2"/>
          <p:cNvSpPr>
            <a:spLocks noGrp="1"/>
          </p:cNvSpPr>
          <p:nvPr>
            <p:ph type="ftr" sz="quarter" idx="11"/>
          </p:nvPr>
        </p:nvSpPr>
        <p:spPr/>
        <p:txBody>
          <a:bodyPr/>
          <a:lstStyle/>
          <a:p>
            <a:pPr marL="12700">
              <a:lnSpc>
                <a:spcPts val="1535"/>
              </a:lnSpc>
            </a:pPr>
            <a:r>
              <a:rPr lang="en-US" spc="-10" dirty="0"/>
              <a:t>3/15/2016</a:t>
            </a:r>
          </a:p>
        </p:txBody>
      </p:sp>
      <p:sp>
        <p:nvSpPr>
          <p:cNvPr id="6" name="Slide Number Placeholder 3"/>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7050301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53085" y="1592580"/>
            <a:ext cx="2806608" cy="1592580"/>
          </a:xfrm>
        </p:spPr>
        <p:txBody>
          <a:bodyPr anchor="b"/>
          <a:lstStyle>
            <a:lvl1pPr algn="l">
              <a:defRPr sz="2640" b="0"/>
            </a:lvl1pPr>
          </a:lstStyle>
          <a:p>
            <a:r>
              <a:rPr lang="en-US"/>
              <a:t>Click to edit Master title style</a:t>
            </a:r>
            <a:endParaRPr lang="en-US" dirty="0"/>
          </a:p>
        </p:txBody>
      </p:sp>
      <p:sp>
        <p:nvSpPr>
          <p:cNvPr id="3" name="Content Placeholder 2"/>
          <p:cNvSpPr>
            <a:spLocks noGrp="1"/>
          </p:cNvSpPr>
          <p:nvPr>
            <p:ph idx="1"/>
          </p:nvPr>
        </p:nvSpPr>
        <p:spPr>
          <a:xfrm>
            <a:off x="3948337" y="1592580"/>
            <a:ext cx="4287814" cy="5029200"/>
          </a:xfrm>
        </p:spPr>
        <p:txBody>
          <a:bodyPr anchor="ctr">
            <a:normAutofit/>
          </a:bodyPr>
          <a:lstStyle>
            <a:lvl1pPr>
              <a:defRPr sz="2200"/>
            </a:lvl1pPr>
            <a:lvl2pPr>
              <a:defRPr sz="1980"/>
            </a:lvl2pPr>
            <a:lvl3pPr>
              <a:defRPr sz="1760"/>
            </a:lvl3pPr>
            <a:lvl4pPr>
              <a:defRPr sz="1540"/>
            </a:lvl4pPr>
            <a:lvl5pPr>
              <a:defRPr sz="1540"/>
            </a:lvl5pPr>
            <a:lvl6pPr>
              <a:defRPr sz="1540"/>
            </a:lvl6pPr>
            <a:lvl7pPr>
              <a:defRPr sz="1540"/>
            </a:lvl7pPr>
            <a:lvl8pPr>
              <a:defRPr sz="1540"/>
            </a:lvl8pPr>
            <a:lvl9pPr>
              <a:defRPr sz="154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53085" y="3442210"/>
            <a:ext cx="2806608" cy="3185159"/>
          </a:xfrm>
        </p:spPr>
        <p:txBody>
          <a:bodyPr/>
          <a:lstStyle>
            <a:lvl1pPr marL="0" indent="0">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a:t>Click to edit Master text styles</a:t>
            </a:r>
          </a:p>
        </p:txBody>
      </p:sp>
      <p:sp>
        <p:nvSpPr>
          <p:cNvPr id="7" name="Date Placeholder 4"/>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5" name="Footer Placeholder 5"/>
          <p:cNvSpPr>
            <a:spLocks noGrp="1"/>
          </p:cNvSpPr>
          <p:nvPr>
            <p:ph type="ftr" sz="quarter" idx="11"/>
          </p:nvPr>
        </p:nvSpPr>
        <p:spPr/>
        <p:txBody>
          <a:bodyPr/>
          <a:lstStyle/>
          <a:p>
            <a:pPr marL="12700">
              <a:lnSpc>
                <a:spcPts val="1535"/>
              </a:lnSpc>
            </a:pPr>
            <a:r>
              <a:rPr lang="en-US" spc="-10" dirty="0"/>
              <a:t>3/15/2016</a:t>
            </a:r>
          </a:p>
        </p:txBody>
      </p:sp>
      <p:sp>
        <p:nvSpPr>
          <p:cNvPr id="6" name="Slide Number Placeholder 6"/>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2871651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52222" y="2039611"/>
            <a:ext cx="4202741" cy="1732289"/>
          </a:xfrm>
        </p:spPr>
        <p:txBody>
          <a:bodyPr anchor="b">
            <a:normAutofit/>
          </a:bodyPr>
          <a:lstStyle>
            <a:lvl1pPr algn="l">
              <a:defRPr sz="396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5734869" y="1257300"/>
            <a:ext cx="2641018" cy="50292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60"/>
            </a:lvl1pPr>
            <a:lvl2pPr marL="502920" indent="0">
              <a:buNone/>
              <a:defRPr sz="1760"/>
            </a:lvl2pPr>
            <a:lvl3pPr marL="1005840" indent="0">
              <a:buNone/>
              <a:defRPr sz="1760"/>
            </a:lvl3pPr>
            <a:lvl4pPr marL="1508760" indent="0">
              <a:buNone/>
              <a:defRPr sz="1760"/>
            </a:lvl4pPr>
            <a:lvl5pPr marL="2011680" indent="0">
              <a:buNone/>
              <a:defRPr sz="1760"/>
            </a:lvl5pPr>
            <a:lvl6pPr marL="2514600" indent="0">
              <a:buNone/>
              <a:defRPr sz="1760"/>
            </a:lvl6pPr>
            <a:lvl7pPr marL="3017520" indent="0">
              <a:buNone/>
              <a:defRPr sz="1760"/>
            </a:lvl7pPr>
            <a:lvl8pPr marL="3520440" indent="0">
              <a:buNone/>
              <a:defRPr sz="1760"/>
            </a:lvl8pPr>
            <a:lvl9pPr marL="4023360" indent="0">
              <a:buNone/>
              <a:defRPr sz="1760"/>
            </a:lvl9pPr>
          </a:lstStyle>
          <a:p>
            <a:r>
              <a:rPr lang="en-US" dirty="0"/>
              <a:t>Click icon to add picture</a:t>
            </a:r>
          </a:p>
        </p:txBody>
      </p:sp>
      <p:sp>
        <p:nvSpPr>
          <p:cNvPr id="4" name="Text Placeholder 3"/>
          <p:cNvSpPr>
            <a:spLocks noGrp="1"/>
          </p:cNvSpPr>
          <p:nvPr>
            <p:ph type="body" sz="half" idx="2"/>
          </p:nvPr>
        </p:nvSpPr>
        <p:spPr>
          <a:xfrm>
            <a:off x="953085" y="4023360"/>
            <a:ext cx="4196201" cy="1508760"/>
          </a:xfrm>
        </p:spPr>
        <p:txBody>
          <a:bodyPr>
            <a:normAutofit/>
          </a:bodyPr>
          <a:lstStyle>
            <a:lvl1pPr marL="0" indent="0">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16658469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53088" y="5280646"/>
            <a:ext cx="7283064" cy="623412"/>
          </a:xfrm>
        </p:spPr>
        <p:txBody>
          <a:bodyPr anchor="b">
            <a:normAutofit/>
          </a:bodyPr>
          <a:lstStyle>
            <a:lvl1pPr algn="l">
              <a:defRPr sz="264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53086" y="754380"/>
            <a:ext cx="7283065" cy="4004733"/>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60"/>
            </a:lvl1pPr>
            <a:lvl2pPr marL="502920" indent="0">
              <a:buNone/>
              <a:defRPr sz="1760"/>
            </a:lvl2pPr>
            <a:lvl3pPr marL="1005840" indent="0">
              <a:buNone/>
              <a:defRPr sz="1760"/>
            </a:lvl3pPr>
            <a:lvl4pPr marL="1508760" indent="0">
              <a:buNone/>
              <a:defRPr sz="1760"/>
            </a:lvl4pPr>
            <a:lvl5pPr marL="2011680" indent="0">
              <a:buNone/>
              <a:defRPr sz="1760"/>
            </a:lvl5pPr>
            <a:lvl6pPr marL="2514600" indent="0">
              <a:buNone/>
              <a:defRPr sz="1760"/>
            </a:lvl6pPr>
            <a:lvl7pPr marL="3017520" indent="0">
              <a:buNone/>
              <a:defRPr sz="1760"/>
            </a:lvl7pPr>
            <a:lvl8pPr marL="3520440" indent="0">
              <a:buNone/>
              <a:defRPr sz="1760"/>
            </a:lvl8pPr>
            <a:lvl9pPr marL="4023360" indent="0">
              <a:buNone/>
              <a:defRPr sz="1760"/>
            </a:lvl9pPr>
          </a:lstStyle>
          <a:p>
            <a:r>
              <a:rPr lang="en-US" dirty="0"/>
              <a:t>Click icon to add picture</a:t>
            </a:r>
          </a:p>
        </p:txBody>
      </p:sp>
      <p:sp>
        <p:nvSpPr>
          <p:cNvPr id="4" name="Text Placeholder 3"/>
          <p:cNvSpPr>
            <a:spLocks noGrp="1"/>
          </p:cNvSpPr>
          <p:nvPr>
            <p:ph type="body" sz="half" idx="2"/>
          </p:nvPr>
        </p:nvSpPr>
        <p:spPr>
          <a:xfrm>
            <a:off x="953087" y="5904058"/>
            <a:ext cx="7283063" cy="543083"/>
          </a:xfrm>
        </p:spPr>
        <p:txBody>
          <a:bodyPr>
            <a:normAutofit/>
          </a:bodyPr>
          <a:lstStyle>
            <a:lvl1pPr marL="0" indent="0">
              <a:buNone/>
              <a:defRPr sz="132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6" name="Footer Placeholder 5"/>
          <p:cNvSpPr>
            <a:spLocks noGrp="1"/>
          </p:cNvSpPr>
          <p:nvPr>
            <p:ph type="ftr" sz="quarter" idx="11"/>
          </p:nvPr>
        </p:nvSpPr>
        <p:spPr/>
        <p:txBody>
          <a:bodyPr/>
          <a:lstStyle/>
          <a:p>
            <a:pPr marL="12700">
              <a:lnSpc>
                <a:spcPts val="1535"/>
              </a:lnSpc>
            </a:pPr>
            <a:r>
              <a:rPr lang="en-US" spc="-10" dirty="0"/>
              <a:t>3/15/2016</a:t>
            </a:r>
          </a:p>
        </p:txBody>
      </p:sp>
      <p:sp>
        <p:nvSpPr>
          <p:cNvPr id="7" name="Slide Number Placeholder 6"/>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28441060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53086" y="1592580"/>
            <a:ext cx="7283065" cy="2179320"/>
          </a:xfrm>
        </p:spPr>
        <p:txBody>
          <a:bodyPr/>
          <a:lstStyle>
            <a:lvl1pPr>
              <a:defRPr sz="5280"/>
            </a:lvl1pPr>
          </a:lstStyle>
          <a:p>
            <a:r>
              <a:rPr lang="en-US"/>
              <a:t>Click to edit Master title style</a:t>
            </a:r>
            <a:endParaRPr lang="en-US" dirty="0"/>
          </a:p>
        </p:txBody>
      </p:sp>
      <p:sp>
        <p:nvSpPr>
          <p:cNvPr id="8" name="Text Placeholder 3"/>
          <p:cNvSpPr>
            <a:spLocks noGrp="1"/>
          </p:cNvSpPr>
          <p:nvPr>
            <p:ph type="body" sz="half" idx="2"/>
          </p:nvPr>
        </p:nvSpPr>
        <p:spPr>
          <a:xfrm>
            <a:off x="953086" y="4023360"/>
            <a:ext cx="7283065" cy="2598420"/>
          </a:xfrm>
        </p:spPr>
        <p:txBody>
          <a:bodyPr anchor="ctr">
            <a:normAutofit/>
          </a:bodyPr>
          <a:lstStyle>
            <a:lvl1pPr marL="0" indent="0">
              <a:buNone/>
              <a:defRPr sz="198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5" name="Footer Placeholder 4"/>
          <p:cNvSpPr>
            <a:spLocks noGrp="1"/>
          </p:cNvSpPr>
          <p:nvPr>
            <p:ph type="ftr" sz="quarter" idx="11"/>
          </p:nvPr>
        </p:nvSpPr>
        <p:spPr/>
        <p:txBody>
          <a:bodyPr/>
          <a:lstStyle/>
          <a:p>
            <a:pPr marL="12700">
              <a:lnSpc>
                <a:spcPts val="1535"/>
              </a:lnSpc>
            </a:pPr>
            <a:r>
              <a:rPr lang="en-US" spc="-10" dirty="0"/>
              <a:t>3/15/2016</a:t>
            </a:r>
          </a:p>
        </p:txBody>
      </p:sp>
      <p:sp>
        <p:nvSpPr>
          <p:cNvPr id="6" name="Slide Number Placeholder 5"/>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16552312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9550" y="1592580"/>
            <a:ext cx="6601154" cy="2555711"/>
          </a:xfrm>
        </p:spPr>
        <p:txBody>
          <a:bodyPr/>
          <a:lstStyle>
            <a:lvl1pPr>
              <a:defRPr sz="5280"/>
            </a:lvl1pPr>
          </a:lstStyle>
          <a:p>
            <a:r>
              <a:rPr lang="en-US"/>
              <a:t>Click to edit Master title style</a:t>
            </a:r>
            <a:endParaRPr lang="en-US" dirty="0"/>
          </a:p>
        </p:txBody>
      </p:sp>
      <p:sp>
        <p:nvSpPr>
          <p:cNvPr id="11" name="Text Placeholder 3"/>
          <p:cNvSpPr>
            <a:spLocks noGrp="1"/>
          </p:cNvSpPr>
          <p:nvPr>
            <p:ph type="body" sz="half" idx="14"/>
          </p:nvPr>
        </p:nvSpPr>
        <p:spPr>
          <a:xfrm>
            <a:off x="1592995" y="4148292"/>
            <a:ext cx="6007275" cy="376391"/>
          </a:xfrm>
        </p:spPr>
        <p:txBody>
          <a:bodyPr vert="horz" lIns="91440" tIns="45720" rIns="91440" bIns="45720" rtlCol="0" anchor="t">
            <a:normAutofit/>
          </a:bodyPr>
          <a:lstStyle>
            <a:lvl1pPr marL="0" indent="0">
              <a:buNone/>
              <a:defRPr lang="en-US" sz="1540" b="0" i="0" kern="1200" cap="small" dirty="0">
                <a:solidFill>
                  <a:schemeClr val="bg2">
                    <a:lumMod val="40000"/>
                    <a:lumOff val="60000"/>
                  </a:schemeClr>
                </a:solidFill>
                <a:latin typeface="+mj-lt"/>
                <a:ea typeface="+mj-ea"/>
                <a:cs typeface="+mj-cs"/>
              </a:defRPr>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marL="0" lvl="0" indent="0">
              <a:buNone/>
            </a:pPr>
            <a:r>
              <a:rPr lang="en-US"/>
              <a:t>Click to edit Master text styles</a:t>
            </a:r>
          </a:p>
        </p:txBody>
      </p:sp>
      <p:sp>
        <p:nvSpPr>
          <p:cNvPr id="10" name="Text Placeholder 3"/>
          <p:cNvSpPr>
            <a:spLocks noGrp="1"/>
          </p:cNvSpPr>
          <p:nvPr>
            <p:ph type="body" sz="half" idx="2"/>
          </p:nvPr>
        </p:nvSpPr>
        <p:spPr>
          <a:xfrm>
            <a:off x="953086" y="4785723"/>
            <a:ext cx="7283065" cy="1844040"/>
          </a:xfrm>
        </p:spPr>
        <p:txBody>
          <a:bodyPr anchor="ctr">
            <a:normAutofit/>
          </a:bodyPr>
          <a:lstStyle>
            <a:lvl1pPr marL="0" indent="0">
              <a:buNone/>
              <a:defRPr sz="198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5" name="Footer Placeholder 4"/>
          <p:cNvSpPr>
            <a:spLocks noGrp="1"/>
          </p:cNvSpPr>
          <p:nvPr>
            <p:ph type="ftr" sz="quarter" idx="11"/>
          </p:nvPr>
        </p:nvSpPr>
        <p:spPr/>
        <p:txBody>
          <a:bodyPr/>
          <a:lstStyle/>
          <a:p>
            <a:pPr marL="12700">
              <a:lnSpc>
                <a:spcPts val="1535"/>
              </a:lnSpc>
            </a:pPr>
            <a:r>
              <a:rPr lang="en-US" spc="-10" dirty="0"/>
              <a:t>3/15/2016</a:t>
            </a:r>
          </a:p>
        </p:txBody>
      </p:sp>
      <p:sp>
        <p:nvSpPr>
          <p:cNvPr id="6" name="Slide Number Placeholder 5"/>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
        <p:nvSpPr>
          <p:cNvPr id="12" name="TextBox 11"/>
          <p:cNvSpPr txBox="1"/>
          <p:nvPr/>
        </p:nvSpPr>
        <p:spPr>
          <a:xfrm>
            <a:off x="741287" y="1068379"/>
            <a:ext cx="661750" cy="215751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3420" dirty="0"/>
              <a:t>“</a:t>
            </a:r>
          </a:p>
        </p:txBody>
      </p:sp>
      <p:sp>
        <p:nvSpPr>
          <p:cNvPr id="15" name="TextBox 14"/>
          <p:cNvSpPr txBox="1"/>
          <p:nvPr/>
        </p:nvSpPr>
        <p:spPr>
          <a:xfrm>
            <a:off x="7699660" y="2875166"/>
            <a:ext cx="661750" cy="2157514"/>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sz="13420" dirty="0"/>
              <a:t>”</a:t>
            </a:r>
          </a:p>
        </p:txBody>
      </p:sp>
    </p:spTree>
    <p:extLst>
      <p:ext uri="{BB962C8B-B14F-4D97-AF65-F5344CB8AC3E}">
        <p14:creationId xmlns:p14="http://schemas.microsoft.com/office/powerpoint/2010/main" val="313428428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53086" y="3436621"/>
            <a:ext cx="7283066" cy="1818498"/>
          </a:xfrm>
        </p:spPr>
        <p:txBody>
          <a:bodyPr anchor="b"/>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953086" y="5255119"/>
            <a:ext cx="7283065" cy="946440"/>
          </a:xfrm>
        </p:spPr>
        <p:txBody>
          <a:bodyPr anchor="t"/>
          <a:lstStyle>
            <a:lvl1pPr marL="0" indent="0" algn="l">
              <a:buNone/>
              <a:defRPr sz="2200" cap="none">
                <a:solidFill>
                  <a:schemeClr val="bg2">
                    <a:lumMod val="40000"/>
                    <a:lumOff val="60000"/>
                  </a:schemeClr>
                </a:solidFill>
              </a:defRPr>
            </a:lvl1pPr>
            <a:lvl2pPr marL="502920" indent="0">
              <a:buNone/>
              <a:defRPr sz="1980">
                <a:solidFill>
                  <a:schemeClr val="tx1">
                    <a:tint val="75000"/>
                  </a:schemeClr>
                </a:solidFill>
              </a:defRPr>
            </a:lvl2pPr>
            <a:lvl3pPr marL="1005840" indent="0">
              <a:buNone/>
              <a:defRPr sz="1760">
                <a:solidFill>
                  <a:schemeClr val="tx1">
                    <a:tint val="75000"/>
                  </a:schemeClr>
                </a:solidFill>
              </a:defRPr>
            </a:lvl3pPr>
            <a:lvl4pPr marL="1508760" indent="0">
              <a:buNone/>
              <a:defRPr sz="1540">
                <a:solidFill>
                  <a:schemeClr val="tx1">
                    <a:tint val="75000"/>
                  </a:schemeClr>
                </a:solidFill>
              </a:defRPr>
            </a:lvl4pPr>
            <a:lvl5pPr marL="2011680" indent="0">
              <a:buNone/>
              <a:defRPr sz="1540">
                <a:solidFill>
                  <a:schemeClr val="tx1">
                    <a:tint val="75000"/>
                  </a:schemeClr>
                </a:solidFill>
              </a:defRPr>
            </a:lvl5pPr>
            <a:lvl6pPr marL="2514600" indent="0">
              <a:buNone/>
              <a:defRPr sz="1540">
                <a:solidFill>
                  <a:schemeClr val="tx1">
                    <a:tint val="75000"/>
                  </a:schemeClr>
                </a:solidFill>
              </a:defRPr>
            </a:lvl6pPr>
            <a:lvl7pPr marL="3017520" indent="0">
              <a:buNone/>
              <a:defRPr sz="1540">
                <a:solidFill>
                  <a:schemeClr val="tx1">
                    <a:tint val="75000"/>
                  </a:schemeClr>
                </a:solidFill>
              </a:defRPr>
            </a:lvl7pPr>
            <a:lvl8pPr marL="3520440" indent="0">
              <a:buNone/>
              <a:defRPr sz="1540">
                <a:solidFill>
                  <a:schemeClr val="tx1">
                    <a:tint val="75000"/>
                  </a:schemeClr>
                </a:solidFill>
              </a:defRPr>
            </a:lvl8pPr>
            <a:lvl9pPr marL="4023360" indent="0">
              <a:buNone/>
              <a:defRPr sz="154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5" name="Footer Placeholder 4"/>
          <p:cNvSpPr>
            <a:spLocks noGrp="1"/>
          </p:cNvSpPr>
          <p:nvPr>
            <p:ph type="ftr" sz="quarter" idx="11"/>
          </p:nvPr>
        </p:nvSpPr>
        <p:spPr/>
        <p:txBody>
          <a:bodyPr/>
          <a:lstStyle/>
          <a:p>
            <a:pPr marL="12700">
              <a:lnSpc>
                <a:spcPts val="1535"/>
              </a:lnSpc>
            </a:pPr>
            <a:r>
              <a:rPr lang="en-US" spc="-10" dirty="0"/>
              <a:t>3/15/2016</a:t>
            </a:r>
          </a:p>
        </p:txBody>
      </p:sp>
      <p:sp>
        <p:nvSpPr>
          <p:cNvPr id="6" name="Slide Number Placeholder 5"/>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29603630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620"/>
            </a:lvl1pPr>
          </a:lstStyle>
          <a:p>
            <a:r>
              <a:rPr lang="en-US"/>
              <a:t>Click to edit Master title style</a:t>
            </a:r>
            <a:endParaRPr lang="en-US" dirty="0"/>
          </a:p>
        </p:txBody>
      </p:sp>
      <p:sp>
        <p:nvSpPr>
          <p:cNvPr id="3" name="Text Placeholder 2"/>
          <p:cNvSpPr>
            <a:spLocks noGrp="1"/>
          </p:cNvSpPr>
          <p:nvPr>
            <p:ph type="body" idx="1"/>
          </p:nvPr>
        </p:nvSpPr>
        <p:spPr>
          <a:xfrm>
            <a:off x="522318" y="2179320"/>
            <a:ext cx="2431798" cy="633888"/>
          </a:xfrm>
        </p:spPr>
        <p:txBody>
          <a:bodyPr anchor="b">
            <a:noAutofit/>
          </a:bodyPr>
          <a:lstStyle>
            <a:lvl1pPr marL="0" indent="0">
              <a:buNone/>
              <a:defRPr sz="2640" b="0">
                <a:solidFill>
                  <a:schemeClr val="bg2">
                    <a:lumMod val="40000"/>
                    <a:lumOff val="60000"/>
                  </a:schemeClr>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16" name="Text Placeholder 3"/>
          <p:cNvSpPr>
            <a:spLocks noGrp="1"/>
          </p:cNvSpPr>
          <p:nvPr>
            <p:ph type="body" sz="half" idx="15"/>
          </p:nvPr>
        </p:nvSpPr>
        <p:spPr>
          <a:xfrm>
            <a:off x="538423" y="2933700"/>
            <a:ext cx="2415692" cy="3948272"/>
          </a:xfrm>
        </p:spPr>
        <p:txBody>
          <a:bodyPr anchor="t">
            <a:normAutofit/>
          </a:bodyPr>
          <a:lstStyle>
            <a:lvl1pPr marL="0" indent="0">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a:t>Click to edit Master text styles</a:t>
            </a:r>
          </a:p>
        </p:txBody>
      </p:sp>
      <p:sp>
        <p:nvSpPr>
          <p:cNvPr id="5" name="Text Placeholder 4"/>
          <p:cNvSpPr>
            <a:spLocks noGrp="1"/>
          </p:cNvSpPr>
          <p:nvPr>
            <p:ph type="body" sz="quarter" idx="3"/>
          </p:nvPr>
        </p:nvSpPr>
        <p:spPr>
          <a:xfrm>
            <a:off x="3204855" y="2179320"/>
            <a:ext cx="2423029" cy="633888"/>
          </a:xfrm>
        </p:spPr>
        <p:txBody>
          <a:bodyPr anchor="b">
            <a:noAutofit/>
          </a:bodyPr>
          <a:lstStyle>
            <a:lvl1pPr marL="0" indent="0">
              <a:buNone/>
              <a:defRPr sz="2640" b="0">
                <a:solidFill>
                  <a:schemeClr val="bg2">
                    <a:lumMod val="40000"/>
                    <a:lumOff val="60000"/>
                  </a:schemeClr>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19" name="Text Placeholder 3"/>
          <p:cNvSpPr>
            <a:spLocks noGrp="1"/>
          </p:cNvSpPr>
          <p:nvPr>
            <p:ph type="body" sz="half" idx="16"/>
          </p:nvPr>
        </p:nvSpPr>
        <p:spPr>
          <a:xfrm>
            <a:off x="3196145" y="2933700"/>
            <a:ext cx="2431738" cy="3948272"/>
          </a:xfrm>
        </p:spPr>
        <p:txBody>
          <a:bodyPr anchor="t">
            <a:normAutofit/>
          </a:bodyPr>
          <a:lstStyle>
            <a:lvl1pPr marL="0" indent="0">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a:t>Click to edit Master text styles</a:t>
            </a:r>
          </a:p>
        </p:txBody>
      </p:sp>
      <p:sp>
        <p:nvSpPr>
          <p:cNvPr id="14" name="Text Placeholder 4"/>
          <p:cNvSpPr>
            <a:spLocks noGrp="1"/>
          </p:cNvSpPr>
          <p:nvPr>
            <p:ph type="body" sz="quarter" idx="13"/>
          </p:nvPr>
        </p:nvSpPr>
        <p:spPr>
          <a:xfrm>
            <a:off x="5879409" y="2179320"/>
            <a:ext cx="2419624" cy="633888"/>
          </a:xfrm>
        </p:spPr>
        <p:txBody>
          <a:bodyPr anchor="b">
            <a:noAutofit/>
          </a:bodyPr>
          <a:lstStyle>
            <a:lvl1pPr marL="0" indent="0">
              <a:buNone/>
              <a:defRPr sz="2640" b="0">
                <a:solidFill>
                  <a:schemeClr val="bg2">
                    <a:lumMod val="40000"/>
                    <a:lumOff val="60000"/>
                  </a:schemeClr>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20" name="Text Placeholder 3"/>
          <p:cNvSpPr>
            <a:spLocks noGrp="1"/>
          </p:cNvSpPr>
          <p:nvPr>
            <p:ph type="body" sz="half" idx="17"/>
          </p:nvPr>
        </p:nvSpPr>
        <p:spPr>
          <a:xfrm>
            <a:off x="5879409" y="2933700"/>
            <a:ext cx="2419624" cy="3948272"/>
          </a:xfrm>
        </p:spPr>
        <p:txBody>
          <a:bodyPr anchor="t">
            <a:normAutofit/>
          </a:bodyPr>
          <a:lstStyle>
            <a:lvl1pPr marL="0" indent="0">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a:t>Click to edit Master text styles</a:t>
            </a:r>
          </a:p>
        </p:txBody>
      </p:sp>
      <p:cxnSp>
        <p:nvCxnSpPr>
          <p:cNvPr id="17" name="Straight Connector 16"/>
          <p:cNvCxnSpPr/>
          <p:nvPr/>
        </p:nvCxnSpPr>
        <p:spPr>
          <a:xfrm>
            <a:off x="3074867" y="2346960"/>
            <a:ext cx="0" cy="435864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5745333" y="2346960"/>
            <a:ext cx="0" cy="436357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4" name="Footer Placeholder 4"/>
          <p:cNvSpPr>
            <a:spLocks noGrp="1"/>
          </p:cNvSpPr>
          <p:nvPr>
            <p:ph type="ftr" sz="quarter" idx="11"/>
          </p:nvPr>
        </p:nvSpPr>
        <p:spPr/>
        <p:txBody>
          <a:bodyPr/>
          <a:lstStyle/>
          <a:p>
            <a:pPr marL="12700">
              <a:lnSpc>
                <a:spcPts val="1535"/>
              </a:lnSpc>
            </a:pPr>
            <a:r>
              <a:rPr lang="en-US" spc="-10" dirty="0"/>
              <a:t>3/15/2016</a:t>
            </a:r>
          </a:p>
        </p:txBody>
      </p:sp>
      <p:sp>
        <p:nvSpPr>
          <p:cNvPr id="6" name="Slide Number Placeholder 5"/>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1613346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620"/>
            </a:lvl1pPr>
          </a:lstStyle>
          <a:p>
            <a:r>
              <a:rPr lang="en-US"/>
              <a:t>Click to edit Master title style</a:t>
            </a:r>
            <a:endParaRPr lang="en-US" dirty="0"/>
          </a:p>
        </p:txBody>
      </p:sp>
      <p:sp>
        <p:nvSpPr>
          <p:cNvPr id="3" name="Text Placeholder 2"/>
          <p:cNvSpPr>
            <a:spLocks noGrp="1"/>
          </p:cNvSpPr>
          <p:nvPr>
            <p:ph type="body" idx="1"/>
          </p:nvPr>
        </p:nvSpPr>
        <p:spPr>
          <a:xfrm>
            <a:off x="538423" y="4676044"/>
            <a:ext cx="2426173" cy="633888"/>
          </a:xfrm>
        </p:spPr>
        <p:txBody>
          <a:bodyPr anchor="b">
            <a:noAutofit/>
          </a:bodyPr>
          <a:lstStyle>
            <a:lvl1pPr marL="0" indent="0">
              <a:buNone/>
              <a:defRPr sz="2640" b="0">
                <a:solidFill>
                  <a:schemeClr val="bg2">
                    <a:lumMod val="40000"/>
                    <a:lumOff val="60000"/>
                  </a:schemeClr>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29" name="Picture Placeholder 2"/>
          <p:cNvSpPr>
            <a:spLocks noGrp="1" noChangeAspect="1"/>
          </p:cNvSpPr>
          <p:nvPr>
            <p:ph type="pic" idx="15"/>
          </p:nvPr>
        </p:nvSpPr>
        <p:spPr>
          <a:xfrm>
            <a:off x="538423" y="2430780"/>
            <a:ext cx="2426173" cy="167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60"/>
            </a:lvl1pPr>
            <a:lvl2pPr marL="502920" indent="0">
              <a:buNone/>
              <a:defRPr sz="1760"/>
            </a:lvl2pPr>
            <a:lvl3pPr marL="1005840" indent="0">
              <a:buNone/>
              <a:defRPr sz="1760"/>
            </a:lvl3pPr>
            <a:lvl4pPr marL="1508760" indent="0">
              <a:buNone/>
              <a:defRPr sz="1760"/>
            </a:lvl4pPr>
            <a:lvl5pPr marL="2011680" indent="0">
              <a:buNone/>
              <a:defRPr sz="1760"/>
            </a:lvl5pPr>
            <a:lvl6pPr marL="2514600" indent="0">
              <a:buNone/>
              <a:defRPr sz="1760"/>
            </a:lvl6pPr>
            <a:lvl7pPr marL="3017520" indent="0">
              <a:buNone/>
              <a:defRPr sz="1760"/>
            </a:lvl7pPr>
            <a:lvl8pPr marL="3520440" indent="0">
              <a:buNone/>
              <a:defRPr sz="1760"/>
            </a:lvl8pPr>
            <a:lvl9pPr marL="4023360" indent="0">
              <a:buNone/>
              <a:defRPr sz="1760"/>
            </a:lvl9pPr>
          </a:lstStyle>
          <a:p>
            <a:r>
              <a:rPr lang="en-US" dirty="0"/>
              <a:t>Click icon to add picture</a:t>
            </a:r>
          </a:p>
        </p:txBody>
      </p:sp>
      <p:sp>
        <p:nvSpPr>
          <p:cNvPr id="22" name="Text Placeholder 3"/>
          <p:cNvSpPr>
            <a:spLocks noGrp="1"/>
          </p:cNvSpPr>
          <p:nvPr>
            <p:ph type="body" sz="half" idx="18"/>
          </p:nvPr>
        </p:nvSpPr>
        <p:spPr>
          <a:xfrm>
            <a:off x="538423" y="5309934"/>
            <a:ext cx="2426173" cy="725108"/>
          </a:xfrm>
        </p:spPr>
        <p:txBody>
          <a:bodyPr anchor="t">
            <a:normAutofit/>
          </a:bodyPr>
          <a:lstStyle>
            <a:lvl1pPr marL="0" indent="0">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a:t>Click to edit Master text styles</a:t>
            </a:r>
          </a:p>
        </p:txBody>
      </p:sp>
      <p:sp>
        <p:nvSpPr>
          <p:cNvPr id="5" name="Text Placeholder 4"/>
          <p:cNvSpPr>
            <a:spLocks noGrp="1"/>
          </p:cNvSpPr>
          <p:nvPr>
            <p:ph type="body" sz="quarter" idx="3"/>
          </p:nvPr>
        </p:nvSpPr>
        <p:spPr>
          <a:xfrm>
            <a:off x="3209571" y="4676044"/>
            <a:ext cx="2418313" cy="633888"/>
          </a:xfrm>
        </p:spPr>
        <p:txBody>
          <a:bodyPr anchor="b">
            <a:noAutofit/>
          </a:bodyPr>
          <a:lstStyle>
            <a:lvl1pPr marL="0" indent="0">
              <a:buNone/>
              <a:defRPr sz="2640" b="0">
                <a:solidFill>
                  <a:schemeClr val="bg2">
                    <a:lumMod val="40000"/>
                    <a:lumOff val="60000"/>
                  </a:schemeClr>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30" name="Picture Placeholder 2"/>
          <p:cNvSpPr>
            <a:spLocks noGrp="1" noChangeAspect="1"/>
          </p:cNvSpPr>
          <p:nvPr>
            <p:ph type="pic" idx="21"/>
          </p:nvPr>
        </p:nvSpPr>
        <p:spPr>
          <a:xfrm>
            <a:off x="3209570" y="2430780"/>
            <a:ext cx="2418313" cy="167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60"/>
            </a:lvl1pPr>
            <a:lvl2pPr marL="502920" indent="0">
              <a:buNone/>
              <a:defRPr sz="1760"/>
            </a:lvl2pPr>
            <a:lvl3pPr marL="1005840" indent="0">
              <a:buNone/>
              <a:defRPr sz="1760"/>
            </a:lvl3pPr>
            <a:lvl4pPr marL="1508760" indent="0">
              <a:buNone/>
              <a:defRPr sz="1760"/>
            </a:lvl4pPr>
            <a:lvl5pPr marL="2011680" indent="0">
              <a:buNone/>
              <a:defRPr sz="1760"/>
            </a:lvl5pPr>
            <a:lvl6pPr marL="2514600" indent="0">
              <a:buNone/>
              <a:defRPr sz="1760"/>
            </a:lvl6pPr>
            <a:lvl7pPr marL="3017520" indent="0">
              <a:buNone/>
              <a:defRPr sz="1760"/>
            </a:lvl7pPr>
            <a:lvl8pPr marL="3520440" indent="0">
              <a:buNone/>
              <a:defRPr sz="1760"/>
            </a:lvl8pPr>
            <a:lvl9pPr marL="4023360" indent="0">
              <a:buNone/>
              <a:defRPr sz="1760"/>
            </a:lvl9pPr>
          </a:lstStyle>
          <a:p>
            <a:r>
              <a:rPr lang="en-US" dirty="0"/>
              <a:t>Click icon to add picture</a:t>
            </a:r>
          </a:p>
        </p:txBody>
      </p:sp>
      <p:sp>
        <p:nvSpPr>
          <p:cNvPr id="23" name="Text Placeholder 3"/>
          <p:cNvSpPr>
            <a:spLocks noGrp="1"/>
          </p:cNvSpPr>
          <p:nvPr>
            <p:ph type="body" sz="half" idx="19"/>
          </p:nvPr>
        </p:nvSpPr>
        <p:spPr>
          <a:xfrm>
            <a:off x="3208454" y="5309933"/>
            <a:ext cx="2421516" cy="725108"/>
          </a:xfrm>
        </p:spPr>
        <p:txBody>
          <a:bodyPr anchor="t">
            <a:normAutofit/>
          </a:bodyPr>
          <a:lstStyle>
            <a:lvl1pPr marL="0" indent="0">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a:t>Click to edit Master text styles</a:t>
            </a:r>
          </a:p>
        </p:txBody>
      </p:sp>
      <p:sp>
        <p:nvSpPr>
          <p:cNvPr id="14" name="Text Placeholder 4"/>
          <p:cNvSpPr>
            <a:spLocks noGrp="1"/>
          </p:cNvSpPr>
          <p:nvPr>
            <p:ph type="body" sz="quarter" idx="13"/>
          </p:nvPr>
        </p:nvSpPr>
        <p:spPr>
          <a:xfrm>
            <a:off x="5879409" y="4676044"/>
            <a:ext cx="2419624" cy="633888"/>
          </a:xfrm>
        </p:spPr>
        <p:txBody>
          <a:bodyPr anchor="b">
            <a:noAutofit/>
          </a:bodyPr>
          <a:lstStyle>
            <a:lvl1pPr marL="0" indent="0">
              <a:buNone/>
              <a:defRPr sz="2640" b="0">
                <a:solidFill>
                  <a:schemeClr val="bg2">
                    <a:lumMod val="40000"/>
                    <a:lumOff val="60000"/>
                  </a:schemeClr>
                </a:solidFill>
              </a:defRPr>
            </a:lvl1pPr>
            <a:lvl2pPr marL="502920" indent="0">
              <a:buNone/>
              <a:defRPr sz="2200" b="1"/>
            </a:lvl2pPr>
            <a:lvl3pPr marL="1005840" indent="0">
              <a:buNone/>
              <a:defRPr sz="1980" b="1"/>
            </a:lvl3pPr>
            <a:lvl4pPr marL="1508760" indent="0">
              <a:buNone/>
              <a:defRPr sz="1760" b="1"/>
            </a:lvl4pPr>
            <a:lvl5pPr marL="2011680" indent="0">
              <a:buNone/>
              <a:defRPr sz="1760" b="1"/>
            </a:lvl5pPr>
            <a:lvl6pPr marL="2514600" indent="0">
              <a:buNone/>
              <a:defRPr sz="1760" b="1"/>
            </a:lvl6pPr>
            <a:lvl7pPr marL="3017520" indent="0">
              <a:buNone/>
              <a:defRPr sz="1760" b="1"/>
            </a:lvl7pPr>
            <a:lvl8pPr marL="3520440" indent="0">
              <a:buNone/>
              <a:defRPr sz="1760" b="1"/>
            </a:lvl8pPr>
            <a:lvl9pPr marL="4023360" indent="0">
              <a:buNone/>
              <a:defRPr sz="1760" b="1"/>
            </a:lvl9pPr>
          </a:lstStyle>
          <a:p>
            <a:pPr lvl="0"/>
            <a:r>
              <a:rPr lang="en-US"/>
              <a:t>Click to edit Master text styles</a:t>
            </a:r>
          </a:p>
        </p:txBody>
      </p:sp>
      <p:sp>
        <p:nvSpPr>
          <p:cNvPr id="31" name="Picture Placeholder 2"/>
          <p:cNvSpPr>
            <a:spLocks noGrp="1" noChangeAspect="1"/>
          </p:cNvSpPr>
          <p:nvPr>
            <p:ph type="pic" idx="22"/>
          </p:nvPr>
        </p:nvSpPr>
        <p:spPr>
          <a:xfrm>
            <a:off x="5879408" y="2430780"/>
            <a:ext cx="2419624" cy="16764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760"/>
            </a:lvl1pPr>
            <a:lvl2pPr marL="502920" indent="0">
              <a:buNone/>
              <a:defRPr sz="1760"/>
            </a:lvl2pPr>
            <a:lvl3pPr marL="1005840" indent="0">
              <a:buNone/>
              <a:defRPr sz="1760"/>
            </a:lvl3pPr>
            <a:lvl4pPr marL="1508760" indent="0">
              <a:buNone/>
              <a:defRPr sz="1760"/>
            </a:lvl4pPr>
            <a:lvl5pPr marL="2011680" indent="0">
              <a:buNone/>
              <a:defRPr sz="1760"/>
            </a:lvl5pPr>
            <a:lvl6pPr marL="2514600" indent="0">
              <a:buNone/>
              <a:defRPr sz="1760"/>
            </a:lvl6pPr>
            <a:lvl7pPr marL="3017520" indent="0">
              <a:buNone/>
              <a:defRPr sz="1760"/>
            </a:lvl7pPr>
            <a:lvl8pPr marL="3520440" indent="0">
              <a:buNone/>
              <a:defRPr sz="1760"/>
            </a:lvl8pPr>
            <a:lvl9pPr marL="4023360" indent="0">
              <a:buNone/>
              <a:defRPr sz="1760"/>
            </a:lvl9pPr>
          </a:lstStyle>
          <a:p>
            <a:r>
              <a:rPr lang="en-US" dirty="0"/>
              <a:t>Click icon to add picture</a:t>
            </a:r>
          </a:p>
        </p:txBody>
      </p:sp>
      <p:sp>
        <p:nvSpPr>
          <p:cNvPr id="24" name="Text Placeholder 3"/>
          <p:cNvSpPr>
            <a:spLocks noGrp="1"/>
          </p:cNvSpPr>
          <p:nvPr>
            <p:ph type="body" sz="half" idx="20"/>
          </p:nvPr>
        </p:nvSpPr>
        <p:spPr>
          <a:xfrm>
            <a:off x="5879307" y="5309930"/>
            <a:ext cx="2422828" cy="725108"/>
          </a:xfrm>
        </p:spPr>
        <p:txBody>
          <a:bodyPr anchor="t">
            <a:normAutofit/>
          </a:bodyPr>
          <a:lstStyle>
            <a:lvl1pPr marL="0" indent="0">
              <a:buNone/>
              <a:defRPr sz="1540"/>
            </a:lvl1pPr>
            <a:lvl2pPr marL="502920" indent="0">
              <a:buNone/>
              <a:defRPr sz="1320"/>
            </a:lvl2pPr>
            <a:lvl3pPr marL="1005840" indent="0">
              <a:buNone/>
              <a:defRPr sz="1100"/>
            </a:lvl3pPr>
            <a:lvl4pPr marL="1508760" indent="0">
              <a:buNone/>
              <a:defRPr sz="990"/>
            </a:lvl4pPr>
            <a:lvl5pPr marL="2011680" indent="0">
              <a:buNone/>
              <a:defRPr sz="990"/>
            </a:lvl5pPr>
            <a:lvl6pPr marL="2514600" indent="0">
              <a:buNone/>
              <a:defRPr sz="990"/>
            </a:lvl6pPr>
            <a:lvl7pPr marL="3017520" indent="0">
              <a:buNone/>
              <a:defRPr sz="990"/>
            </a:lvl7pPr>
            <a:lvl8pPr marL="3520440" indent="0">
              <a:buNone/>
              <a:defRPr sz="990"/>
            </a:lvl8pPr>
            <a:lvl9pPr marL="4023360" indent="0">
              <a:buNone/>
              <a:defRPr sz="990"/>
            </a:lvl9pPr>
          </a:lstStyle>
          <a:p>
            <a:pPr lvl="0"/>
            <a:r>
              <a:rPr lang="en-US"/>
              <a:t>Click to edit Master text styles</a:t>
            </a:r>
          </a:p>
        </p:txBody>
      </p:sp>
      <p:cxnSp>
        <p:nvCxnSpPr>
          <p:cNvPr id="19" name="Straight Connector 18"/>
          <p:cNvCxnSpPr/>
          <p:nvPr/>
        </p:nvCxnSpPr>
        <p:spPr>
          <a:xfrm>
            <a:off x="3074867" y="2346960"/>
            <a:ext cx="0" cy="435864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5745333" y="2346960"/>
            <a:ext cx="0" cy="436357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4" name="Footer Placeholder 4"/>
          <p:cNvSpPr>
            <a:spLocks noGrp="1"/>
          </p:cNvSpPr>
          <p:nvPr>
            <p:ph type="ftr" sz="quarter" idx="11"/>
          </p:nvPr>
        </p:nvSpPr>
        <p:spPr/>
        <p:txBody>
          <a:bodyPr/>
          <a:lstStyle/>
          <a:p>
            <a:pPr marL="12700">
              <a:lnSpc>
                <a:spcPts val="1535"/>
              </a:lnSpc>
            </a:pPr>
            <a:r>
              <a:rPr lang="en-US" spc="-10" dirty="0"/>
              <a:t>3/15/2016</a:t>
            </a:r>
          </a:p>
        </p:txBody>
      </p:sp>
      <p:sp>
        <p:nvSpPr>
          <p:cNvPr id="6" name="Slide Number Placeholder 5"/>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2072329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5" name="Footer Placeholder 4"/>
          <p:cNvSpPr>
            <a:spLocks noGrp="1"/>
          </p:cNvSpPr>
          <p:nvPr>
            <p:ph type="ftr" sz="quarter" idx="11"/>
          </p:nvPr>
        </p:nvSpPr>
        <p:spPr/>
        <p:txBody>
          <a:bodyPr/>
          <a:lstStyle/>
          <a:p>
            <a:pPr marL="12700">
              <a:lnSpc>
                <a:spcPts val="1535"/>
              </a:lnSpc>
            </a:pPr>
            <a:r>
              <a:rPr lang="en-US" spc="-10" dirty="0"/>
              <a:t>3/15/2016</a:t>
            </a:r>
          </a:p>
        </p:txBody>
      </p:sp>
      <p:sp>
        <p:nvSpPr>
          <p:cNvPr id="6" name="Slide Number Placeholder 5"/>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117075175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852761" y="473236"/>
            <a:ext cx="1446272" cy="6408738"/>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538423" y="850526"/>
            <a:ext cx="6125693" cy="603144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D8BD707-D9CF-40AE-B4C6-C98DA3205C09}" type="datetimeFigureOut">
              <a:rPr lang="en-US" smtClean="0"/>
              <a:t>9/27/2025</a:t>
            </a:fld>
            <a:endParaRPr lang="en-US" dirty="0"/>
          </a:p>
        </p:txBody>
      </p:sp>
      <p:sp>
        <p:nvSpPr>
          <p:cNvPr id="5" name="Footer Placeholder 4"/>
          <p:cNvSpPr>
            <a:spLocks noGrp="1"/>
          </p:cNvSpPr>
          <p:nvPr>
            <p:ph type="ftr" sz="quarter" idx="11"/>
          </p:nvPr>
        </p:nvSpPr>
        <p:spPr/>
        <p:txBody>
          <a:bodyPr/>
          <a:lstStyle/>
          <a:p>
            <a:pPr marL="12700">
              <a:lnSpc>
                <a:spcPts val="1535"/>
              </a:lnSpc>
            </a:pPr>
            <a:r>
              <a:rPr lang="en-US" spc="-10" dirty="0"/>
              <a:t>3/15/2016</a:t>
            </a:r>
          </a:p>
        </p:txBody>
      </p:sp>
      <p:sp>
        <p:nvSpPr>
          <p:cNvPr id="6" name="Slide Number Placeholder 5"/>
          <p:cNvSpPr>
            <a:spLocks noGrp="1"/>
          </p:cNvSpPr>
          <p:nvPr>
            <p:ph type="sldNum" sz="quarter" idx="12"/>
          </p:nvPr>
        </p:nvSpPr>
        <p:spPr/>
        <p:txBody>
          <a:body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25435643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Oval 21"/>
          <p:cNvSpPr/>
          <p:nvPr/>
        </p:nvSpPr>
        <p:spPr>
          <a:xfrm>
            <a:off x="6929375" y="1844040"/>
            <a:ext cx="3101340" cy="310134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3" name="Oval 22"/>
          <p:cNvSpPr/>
          <p:nvPr/>
        </p:nvSpPr>
        <p:spPr>
          <a:xfrm>
            <a:off x="6258815" y="-502920"/>
            <a:ext cx="1760220" cy="1760220"/>
          </a:xfrm>
          <a:prstGeom prst="ellipse">
            <a:avLst/>
          </a:prstGeom>
          <a:gradFill flip="none" rotWithShape="1">
            <a:gsLst>
              <a:gs pos="0">
                <a:schemeClr val="bg2">
                  <a:lumMod val="60000"/>
                  <a:lumOff val="40000"/>
                  <a:alpha val="14000"/>
                </a:schemeClr>
              </a:gs>
              <a:gs pos="73000">
                <a:schemeClr val="bg2">
                  <a:lumMod val="60000"/>
                  <a:lumOff val="40000"/>
                  <a:alpha val="0"/>
                </a:schemeClr>
              </a:gs>
              <a:gs pos="36000">
                <a:schemeClr val="bg2">
                  <a:lumMod val="60000"/>
                  <a:lumOff val="40000"/>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4" name="Oval 23"/>
          <p:cNvSpPr/>
          <p:nvPr/>
        </p:nvSpPr>
        <p:spPr>
          <a:xfrm>
            <a:off x="6929375" y="6705600"/>
            <a:ext cx="1089660" cy="1089660"/>
          </a:xfrm>
          <a:prstGeom prst="ellipse">
            <a:avLst/>
          </a:prstGeom>
          <a:gradFill flip="none" rotWithShape="1">
            <a:gsLst>
              <a:gs pos="0">
                <a:schemeClr val="bg2">
                  <a:lumMod val="60000"/>
                  <a:lumOff val="40000"/>
                  <a:alpha val="9000"/>
                </a:schemeClr>
              </a:gs>
              <a:gs pos="66000">
                <a:schemeClr val="bg2">
                  <a:lumMod val="60000"/>
                  <a:lumOff val="40000"/>
                  <a:alpha val="0"/>
                </a:schemeClr>
              </a:gs>
              <a:gs pos="36000">
                <a:schemeClr val="bg2">
                  <a:lumMod val="60000"/>
                  <a:lumOff val="40000"/>
                  <a:alpha val="5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0" name="Oval 19"/>
          <p:cNvSpPr/>
          <p:nvPr/>
        </p:nvSpPr>
        <p:spPr>
          <a:xfrm>
            <a:off x="-169387" y="2933700"/>
            <a:ext cx="4610100" cy="4610100"/>
          </a:xfrm>
          <a:prstGeom prst="ellipse">
            <a:avLst/>
          </a:prstGeom>
          <a:gradFill flip="none" rotWithShape="1">
            <a:gsLst>
              <a:gs pos="0">
                <a:schemeClr val="bg2">
                  <a:lumMod val="60000"/>
                  <a:lumOff val="40000"/>
                  <a:alpha val="11000"/>
                </a:schemeClr>
              </a:gs>
              <a:gs pos="75000">
                <a:schemeClr val="bg2">
                  <a:lumMod val="60000"/>
                  <a:lumOff val="40000"/>
                  <a:alpha val="0"/>
                </a:schemeClr>
              </a:gs>
              <a:gs pos="36000">
                <a:schemeClr val="bg2">
                  <a:lumMod val="60000"/>
                  <a:lumOff val="40000"/>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1" name="Oval 20"/>
          <p:cNvSpPr/>
          <p:nvPr/>
        </p:nvSpPr>
        <p:spPr>
          <a:xfrm>
            <a:off x="-923767" y="3185160"/>
            <a:ext cx="2598420" cy="2598420"/>
          </a:xfrm>
          <a:prstGeom prst="ellipse">
            <a:avLst/>
          </a:prstGeom>
          <a:gradFill flip="none" rotWithShape="1">
            <a:gsLst>
              <a:gs pos="0">
                <a:schemeClr val="bg2">
                  <a:lumMod val="60000"/>
                  <a:lumOff val="40000"/>
                  <a:alpha val="8000"/>
                </a:schemeClr>
              </a:gs>
              <a:gs pos="72000">
                <a:schemeClr val="bg2">
                  <a:lumMod val="60000"/>
                  <a:lumOff val="40000"/>
                  <a:alpha val="0"/>
                </a:schemeClr>
              </a:gs>
              <a:gs pos="36000">
                <a:schemeClr val="bg2">
                  <a:lumMod val="60000"/>
                  <a:lumOff val="40000"/>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19" name="Rectangle 18"/>
          <p:cNvSpPr/>
          <p:nvPr/>
        </p:nvSpPr>
        <p:spPr>
          <a:xfrm>
            <a:off x="8520208" y="0"/>
            <a:ext cx="754380" cy="1209404"/>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dirty="0"/>
          </a:p>
        </p:txBody>
      </p:sp>
      <p:sp>
        <p:nvSpPr>
          <p:cNvPr id="2" name="Title Placeholder 1"/>
          <p:cNvSpPr>
            <a:spLocks noGrp="1"/>
          </p:cNvSpPr>
          <p:nvPr>
            <p:ph type="title"/>
          </p:nvPr>
        </p:nvSpPr>
        <p:spPr>
          <a:xfrm>
            <a:off x="533181" y="497990"/>
            <a:ext cx="7760918" cy="1540583"/>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910470" y="2258218"/>
            <a:ext cx="7382819" cy="461502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8244488" y="2011649"/>
            <a:ext cx="1089659" cy="251525"/>
          </a:xfrm>
          <a:prstGeom prst="rect">
            <a:avLst/>
          </a:prstGeom>
        </p:spPr>
        <p:txBody>
          <a:bodyPr vert="horz" lIns="91440" tIns="45720" rIns="91440" bIns="45720" rtlCol="0" anchor="t"/>
          <a:lstStyle>
            <a:lvl1pPr algn="l">
              <a:defRPr sz="1210" b="0" i="0">
                <a:solidFill>
                  <a:schemeClr val="tx1">
                    <a:tint val="75000"/>
                    <a:alpha val="60000"/>
                  </a:schemeClr>
                </a:solidFill>
              </a:defRPr>
            </a:lvl1pPr>
          </a:lstStyle>
          <a:p>
            <a:fld id="{1D8BD707-D9CF-40AE-B4C6-C98DA3205C09}" type="datetimeFigureOut">
              <a:rPr lang="en-US" smtClean="0"/>
              <a:t>9/27/2025</a:t>
            </a:fld>
            <a:endParaRPr lang="en-US" dirty="0"/>
          </a:p>
        </p:txBody>
      </p:sp>
      <p:sp>
        <p:nvSpPr>
          <p:cNvPr id="5" name="Footer Placeholder 4"/>
          <p:cNvSpPr>
            <a:spLocks noGrp="1"/>
          </p:cNvSpPr>
          <p:nvPr>
            <p:ph type="ftr" sz="quarter" idx="3"/>
          </p:nvPr>
        </p:nvSpPr>
        <p:spPr>
          <a:xfrm rot="5400000">
            <a:off x="6856669" y="3589708"/>
            <a:ext cx="4245775" cy="251526"/>
          </a:xfrm>
          <a:prstGeom prst="rect">
            <a:avLst/>
          </a:prstGeom>
        </p:spPr>
        <p:txBody>
          <a:bodyPr vert="horz" lIns="91440" tIns="45720" rIns="91440" bIns="45720" rtlCol="0" anchor="b"/>
          <a:lstStyle>
            <a:lvl1pPr algn="l">
              <a:defRPr sz="1210" b="0" i="0">
                <a:solidFill>
                  <a:schemeClr val="tx1">
                    <a:tint val="75000"/>
                    <a:alpha val="60000"/>
                  </a:schemeClr>
                </a:solidFill>
              </a:defRPr>
            </a:lvl1pPr>
          </a:lstStyle>
          <a:p>
            <a:pPr marL="12700">
              <a:lnSpc>
                <a:spcPts val="1535"/>
              </a:lnSpc>
            </a:pPr>
            <a:r>
              <a:rPr lang="en-US" spc="-10" dirty="0"/>
              <a:t>3/15/2016</a:t>
            </a:r>
          </a:p>
        </p:txBody>
      </p:sp>
      <p:sp>
        <p:nvSpPr>
          <p:cNvPr id="6" name="Slide Number Placeholder 5"/>
          <p:cNvSpPr>
            <a:spLocks noGrp="1"/>
          </p:cNvSpPr>
          <p:nvPr>
            <p:ph type="sldNum" sz="quarter" idx="4"/>
          </p:nvPr>
        </p:nvSpPr>
        <p:spPr bwMode="gray">
          <a:xfrm>
            <a:off x="8543075" y="325310"/>
            <a:ext cx="691694" cy="844456"/>
          </a:xfrm>
          <a:prstGeom prst="rect">
            <a:avLst/>
          </a:prstGeom>
        </p:spPr>
        <p:txBody>
          <a:bodyPr vert="horz" lIns="91440" tIns="45720" rIns="91440" bIns="45720" rtlCol="0" anchor="b"/>
          <a:lstStyle>
            <a:lvl1pPr algn="ctr">
              <a:defRPr sz="3081" b="0" i="0">
                <a:solidFill>
                  <a:schemeClr val="tx1">
                    <a:tint val="75000"/>
                  </a:schemeClr>
                </a:solidFill>
              </a:defRPr>
            </a:lvl1pPr>
          </a:lstStyle>
          <a:p>
            <a:pPr marL="12700">
              <a:lnSpc>
                <a:spcPts val="1535"/>
              </a:lnSpc>
            </a:pPr>
            <a:fld id="{81D60167-4931-47E6-BA6A-407CBD079E47}" type="slidenum">
              <a:rPr lang="en-US" spc="-25" smtClean="0"/>
              <a:t>‹#›</a:t>
            </a:fld>
            <a:endParaRPr lang="en-US" spc="-25" dirty="0"/>
          </a:p>
        </p:txBody>
      </p:sp>
    </p:spTree>
    <p:extLst>
      <p:ext uri="{BB962C8B-B14F-4D97-AF65-F5344CB8AC3E}">
        <p14:creationId xmlns:p14="http://schemas.microsoft.com/office/powerpoint/2010/main" val="2795317491"/>
      </p:ext>
    </p:extLst>
  </p:cSld>
  <p:clrMap bg1="dk1" tx1="lt1" bg2="dk2" tx2="lt2" accent1="accent1" accent2="accent2" accent3="accent3" accent4="accent4" accent5="accent5" accent6="accent6" hlink="hlink" folHlink="folHlink"/>
  <p:sldLayoutIdLst>
    <p:sldLayoutId id="2147483943" r:id="rId1"/>
    <p:sldLayoutId id="2147483944" r:id="rId2"/>
    <p:sldLayoutId id="2147483945" r:id="rId3"/>
    <p:sldLayoutId id="2147483946" r:id="rId4"/>
    <p:sldLayoutId id="2147483947" r:id="rId5"/>
    <p:sldLayoutId id="2147483948" r:id="rId6"/>
    <p:sldLayoutId id="2147483949" r:id="rId7"/>
    <p:sldLayoutId id="2147483950" r:id="rId8"/>
    <p:sldLayoutId id="2147483951" r:id="rId9"/>
    <p:sldLayoutId id="2147483952" r:id="rId10"/>
    <p:sldLayoutId id="2147483953" r:id="rId11"/>
    <p:sldLayoutId id="2147483954" r:id="rId12"/>
    <p:sldLayoutId id="2147483955" r:id="rId13"/>
    <p:sldLayoutId id="2147483956" r:id="rId14"/>
    <p:sldLayoutId id="2147483957" r:id="rId15"/>
    <p:sldLayoutId id="2147483958" r:id="rId16"/>
    <p:sldLayoutId id="2147483959" r:id="rId17"/>
  </p:sldLayoutIdLst>
  <p:txStyles>
    <p:titleStyle>
      <a:lvl1pPr algn="l" defTabSz="502928" rtl="0" eaLnBrk="1" latinLnBrk="0" hangingPunct="1">
        <a:spcBef>
          <a:spcPct val="0"/>
        </a:spcBef>
        <a:buNone/>
        <a:defRPr sz="462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77197" indent="-377197" algn="l" defTabSz="502928" rtl="0" eaLnBrk="1" latinLnBrk="0" hangingPunct="1">
        <a:spcBef>
          <a:spcPts val="1100"/>
        </a:spcBef>
        <a:spcAft>
          <a:spcPts val="0"/>
        </a:spcAft>
        <a:buClr>
          <a:schemeClr val="bg2">
            <a:lumMod val="40000"/>
            <a:lumOff val="60000"/>
          </a:schemeClr>
        </a:buClr>
        <a:buSzPct val="80000"/>
        <a:buFont typeface="Wingdings 3" charset="2"/>
        <a:buChar char=""/>
        <a:defRPr sz="2200" b="0" i="0" kern="1200">
          <a:solidFill>
            <a:schemeClr val="tx1"/>
          </a:solidFill>
          <a:latin typeface="+mj-lt"/>
          <a:ea typeface="+mj-ea"/>
          <a:cs typeface="+mj-cs"/>
        </a:defRPr>
      </a:lvl1pPr>
      <a:lvl2pPr marL="817258" indent="-314331" algn="l" defTabSz="502928" rtl="0" eaLnBrk="1" latinLnBrk="0" hangingPunct="1">
        <a:spcBef>
          <a:spcPts val="1100"/>
        </a:spcBef>
        <a:spcAft>
          <a:spcPts val="0"/>
        </a:spcAft>
        <a:buClr>
          <a:schemeClr val="bg2">
            <a:lumMod val="40000"/>
            <a:lumOff val="60000"/>
          </a:schemeClr>
        </a:buClr>
        <a:buSzPct val="80000"/>
        <a:buFont typeface="Wingdings 3" charset="2"/>
        <a:buChar char=""/>
        <a:defRPr sz="1980" b="0" i="0" kern="1200">
          <a:solidFill>
            <a:schemeClr val="tx1"/>
          </a:solidFill>
          <a:latin typeface="+mj-lt"/>
          <a:ea typeface="+mj-ea"/>
          <a:cs typeface="+mj-cs"/>
        </a:defRPr>
      </a:lvl2pPr>
      <a:lvl3pPr marL="1257322" indent="-251464" algn="l" defTabSz="502928" rtl="0" eaLnBrk="1" latinLnBrk="0" hangingPunct="1">
        <a:spcBef>
          <a:spcPts val="1100"/>
        </a:spcBef>
        <a:spcAft>
          <a:spcPts val="0"/>
        </a:spcAft>
        <a:buClr>
          <a:schemeClr val="bg2">
            <a:lumMod val="40000"/>
            <a:lumOff val="60000"/>
          </a:schemeClr>
        </a:buClr>
        <a:buSzPct val="80000"/>
        <a:buFont typeface="Wingdings 3" charset="2"/>
        <a:buChar char=""/>
        <a:defRPr sz="1760" b="0" i="0" kern="1200">
          <a:solidFill>
            <a:schemeClr val="tx1"/>
          </a:solidFill>
          <a:latin typeface="+mj-lt"/>
          <a:ea typeface="+mj-ea"/>
          <a:cs typeface="+mj-cs"/>
        </a:defRPr>
      </a:lvl3pPr>
      <a:lvl4pPr marL="1760250" indent="-251464" algn="l" defTabSz="502928" rtl="0" eaLnBrk="1" latinLnBrk="0" hangingPunct="1">
        <a:spcBef>
          <a:spcPts val="1100"/>
        </a:spcBef>
        <a:spcAft>
          <a:spcPts val="0"/>
        </a:spcAft>
        <a:buClr>
          <a:schemeClr val="bg2">
            <a:lumMod val="40000"/>
            <a:lumOff val="60000"/>
          </a:schemeClr>
        </a:buClr>
        <a:buSzPct val="80000"/>
        <a:buFont typeface="Wingdings 3" charset="2"/>
        <a:buChar char=""/>
        <a:defRPr sz="1540" b="0" i="0" kern="1200">
          <a:solidFill>
            <a:schemeClr val="tx1"/>
          </a:solidFill>
          <a:latin typeface="+mj-lt"/>
          <a:ea typeface="+mj-ea"/>
          <a:cs typeface="+mj-cs"/>
        </a:defRPr>
      </a:lvl4pPr>
      <a:lvl5pPr marL="2263177" indent="-251464" algn="l" defTabSz="502928" rtl="0" eaLnBrk="1" latinLnBrk="0" hangingPunct="1">
        <a:spcBef>
          <a:spcPts val="1100"/>
        </a:spcBef>
        <a:spcAft>
          <a:spcPts val="0"/>
        </a:spcAft>
        <a:buClr>
          <a:schemeClr val="bg2">
            <a:lumMod val="40000"/>
            <a:lumOff val="60000"/>
          </a:schemeClr>
        </a:buClr>
        <a:buSzPct val="80000"/>
        <a:buFont typeface="Wingdings 3" charset="2"/>
        <a:buChar char=""/>
        <a:defRPr sz="1540" b="0" i="0" kern="1200">
          <a:solidFill>
            <a:schemeClr val="tx1"/>
          </a:solidFill>
          <a:latin typeface="+mj-lt"/>
          <a:ea typeface="+mj-ea"/>
          <a:cs typeface="+mj-cs"/>
        </a:defRPr>
      </a:lvl5pPr>
      <a:lvl6pPr marL="2766106" indent="-251464" algn="l" defTabSz="502928" rtl="0" eaLnBrk="1" latinLnBrk="0" hangingPunct="1">
        <a:spcBef>
          <a:spcPts val="1100"/>
        </a:spcBef>
        <a:spcAft>
          <a:spcPts val="0"/>
        </a:spcAft>
        <a:buClr>
          <a:schemeClr val="bg2">
            <a:lumMod val="40000"/>
            <a:lumOff val="60000"/>
          </a:schemeClr>
        </a:buClr>
        <a:buSzPct val="80000"/>
        <a:buFont typeface="Wingdings 3" charset="2"/>
        <a:buChar char=""/>
        <a:defRPr sz="1540" b="0" i="0" kern="1200">
          <a:solidFill>
            <a:schemeClr val="tx1"/>
          </a:solidFill>
          <a:latin typeface="+mj-lt"/>
          <a:ea typeface="+mj-ea"/>
          <a:cs typeface="+mj-cs"/>
        </a:defRPr>
      </a:lvl6pPr>
      <a:lvl7pPr marL="3269034" indent="-251464" algn="l" defTabSz="502928" rtl="0" eaLnBrk="1" latinLnBrk="0" hangingPunct="1">
        <a:spcBef>
          <a:spcPts val="1100"/>
        </a:spcBef>
        <a:spcAft>
          <a:spcPts val="0"/>
        </a:spcAft>
        <a:buClr>
          <a:schemeClr val="bg2">
            <a:lumMod val="40000"/>
            <a:lumOff val="60000"/>
          </a:schemeClr>
        </a:buClr>
        <a:buSzPct val="80000"/>
        <a:buFont typeface="Wingdings 3" charset="2"/>
        <a:buChar char=""/>
        <a:defRPr sz="1540" b="0" i="0" kern="1200">
          <a:solidFill>
            <a:schemeClr val="tx1"/>
          </a:solidFill>
          <a:latin typeface="+mj-lt"/>
          <a:ea typeface="+mj-ea"/>
          <a:cs typeface="+mj-cs"/>
        </a:defRPr>
      </a:lvl7pPr>
      <a:lvl8pPr marL="3771963" indent="-251464" algn="l" defTabSz="502928" rtl="0" eaLnBrk="1" latinLnBrk="0" hangingPunct="1">
        <a:spcBef>
          <a:spcPts val="1100"/>
        </a:spcBef>
        <a:spcAft>
          <a:spcPts val="0"/>
        </a:spcAft>
        <a:buClr>
          <a:schemeClr val="bg2">
            <a:lumMod val="40000"/>
            <a:lumOff val="60000"/>
          </a:schemeClr>
        </a:buClr>
        <a:buSzPct val="80000"/>
        <a:buFont typeface="Wingdings 3" charset="2"/>
        <a:buChar char=""/>
        <a:defRPr sz="1540" b="0" i="0" kern="1200">
          <a:solidFill>
            <a:schemeClr val="tx1"/>
          </a:solidFill>
          <a:latin typeface="+mj-lt"/>
          <a:ea typeface="+mj-ea"/>
          <a:cs typeface="+mj-cs"/>
        </a:defRPr>
      </a:lvl8pPr>
      <a:lvl9pPr marL="4274890" indent="-251464" algn="l" defTabSz="502928" rtl="0" eaLnBrk="1" latinLnBrk="0" hangingPunct="1">
        <a:spcBef>
          <a:spcPts val="1100"/>
        </a:spcBef>
        <a:spcAft>
          <a:spcPts val="0"/>
        </a:spcAft>
        <a:buClr>
          <a:schemeClr val="bg2">
            <a:lumMod val="40000"/>
            <a:lumOff val="60000"/>
          </a:schemeClr>
        </a:buClr>
        <a:buSzPct val="80000"/>
        <a:buFont typeface="Wingdings 3" charset="2"/>
        <a:buChar char=""/>
        <a:defRPr sz="1540" b="0" i="0" kern="1200">
          <a:solidFill>
            <a:schemeClr val="tx1"/>
          </a:solidFill>
          <a:latin typeface="+mj-lt"/>
          <a:ea typeface="+mj-ea"/>
          <a:cs typeface="+mj-cs"/>
        </a:defRPr>
      </a:lvl9pPr>
    </p:bodyStyle>
    <p:otherStyle>
      <a:defPPr>
        <a:defRPr lang="en-US"/>
      </a:defPPr>
      <a:lvl1pPr marL="0" algn="l" defTabSz="502928" rtl="0" eaLnBrk="1" latinLnBrk="0" hangingPunct="1">
        <a:defRPr sz="1980" kern="1200">
          <a:solidFill>
            <a:schemeClr val="tx1"/>
          </a:solidFill>
          <a:latin typeface="+mn-lt"/>
          <a:ea typeface="+mn-ea"/>
          <a:cs typeface="+mn-cs"/>
        </a:defRPr>
      </a:lvl1pPr>
      <a:lvl2pPr marL="502928" algn="l" defTabSz="502928" rtl="0" eaLnBrk="1" latinLnBrk="0" hangingPunct="1">
        <a:defRPr sz="1980" kern="1200">
          <a:solidFill>
            <a:schemeClr val="tx1"/>
          </a:solidFill>
          <a:latin typeface="+mn-lt"/>
          <a:ea typeface="+mn-ea"/>
          <a:cs typeface="+mn-cs"/>
        </a:defRPr>
      </a:lvl2pPr>
      <a:lvl3pPr marL="1005857" algn="l" defTabSz="502928" rtl="0" eaLnBrk="1" latinLnBrk="0" hangingPunct="1">
        <a:defRPr sz="1980" kern="1200">
          <a:solidFill>
            <a:schemeClr val="tx1"/>
          </a:solidFill>
          <a:latin typeface="+mn-lt"/>
          <a:ea typeface="+mn-ea"/>
          <a:cs typeface="+mn-cs"/>
        </a:defRPr>
      </a:lvl3pPr>
      <a:lvl4pPr marL="1508784" algn="l" defTabSz="502928" rtl="0" eaLnBrk="1" latinLnBrk="0" hangingPunct="1">
        <a:defRPr sz="1980" kern="1200">
          <a:solidFill>
            <a:schemeClr val="tx1"/>
          </a:solidFill>
          <a:latin typeface="+mn-lt"/>
          <a:ea typeface="+mn-ea"/>
          <a:cs typeface="+mn-cs"/>
        </a:defRPr>
      </a:lvl4pPr>
      <a:lvl5pPr marL="2011714" algn="l" defTabSz="502928" rtl="0" eaLnBrk="1" latinLnBrk="0" hangingPunct="1">
        <a:defRPr sz="1980" kern="1200">
          <a:solidFill>
            <a:schemeClr val="tx1"/>
          </a:solidFill>
          <a:latin typeface="+mn-lt"/>
          <a:ea typeface="+mn-ea"/>
          <a:cs typeface="+mn-cs"/>
        </a:defRPr>
      </a:lvl5pPr>
      <a:lvl6pPr marL="2514642" algn="l" defTabSz="502928" rtl="0" eaLnBrk="1" latinLnBrk="0" hangingPunct="1">
        <a:defRPr sz="1980" kern="1200">
          <a:solidFill>
            <a:schemeClr val="tx1"/>
          </a:solidFill>
          <a:latin typeface="+mn-lt"/>
          <a:ea typeface="+mn-ea"/>
          <a:cs typeface="+mn-cs"/>
        </a:defRPr>
      </a:lvl6pPr>
      <a:lvl7pPr marL="3017571" algn="l" defTabSz="502928" rtl="0" eaLnBrk="1" latinLnBrk="0" hangingPunct="1">
        <a:defRPr sz="1980" kern="1200">
          <a:solidFill>
            <a:schemeClr val="tx1"/>
          </a:solidFill>
          <a:latin typeface="+mn-lt"/>
          <a:ea typeface="+mn-ea"/>
          <a:cs typeface="+mn-cs"/>
        </a:defRPr>
      </a:lvl7pPr>
      <a:lvl8pPr marL="3520498" algn="l" defTabSz="502928" rtl="0" eaLnBrk="1" latinLnBrk="0" hangingPunct="1">
        <a:defRPr sz="1980" kern="1200">
          <a:solidFill>
            <a:schemeClr val="tx1"/>
          </a:solidFill>
          <a:latin typeface="+mn-lt"/>
          <a:ea typeface="+mn-ea"/>
          <a:cs typeface="+mn-cs"/>
        </a:defRPr>
      </a:lvl8pPr>
      <a:lvl9pPr marL="4023427" algn="l" defTabSz="502928" rtl="0" eaLnBrk="1" latinLnBrk="0" hangingPunct="1">
        <a:defRPr sz="198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026" name="Picture 2" descr="Capital Budgeting: Meaning, methods and how it works - MakeMoney.ng">
            <a:extLst>
              <a:ext uri="{FF2B5EF4-FFF2-40B4-BE49-F238E27FC236}">
                <a16:creationId xmlns:a16="http://schemas.microsoft.com/office/drawing/2014/main" id="{6F1DD3BF-F0AD-DF16-C60F-E651BAB9B9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409699"/>
            <a:ext cx="8686800" cy="4953001"/>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956305" y="776986"/>
            <a:ext cx="4152900" cy="843180"/>
          </a:xfrm>
          <a:prstGeom prst="rect">
            <a:avLst/>
          </a:prstGeom>
        </p:spPr>
        <p:txBody>
          <a:bodyPr vert="horz" wrap="square" lIns="0" tIns="12065" rIns="0" bIns="0" rtlCol="0">
            <a:spAutoFit/>
          </a:bodyPr>
          <a:lstStyle/>
          <a:p>
            <a:pPr marL="12700">
              <a:lnSpc>
                <a:spcPct val="100000"/>
              </a:lnSpc>
              <a:spcBef>
                <a:spcPts val="95"/>
              </a:spcBef>
            </a:pPr>
            <a:r>
              <a:rPr lang="en-US" sz="5400" b="1" dirty="0">
                <a:solidFill>
                  <a:srgbClr val="FFFF00"/>
                </a:solidFill>
                <a:latin typeface="Arial"/>
                <a:cs typeface="Arial"/>
              </a:rPr>
              <a:t>Introduction</a:t>
            </a:r>
            <a:endParaRPr sz="5400" b="1" dirty="0">
              <a:solidFill>
                <a:srgbClr val="FFFF00"/>
              </a:solidFill>
              <a:latin typeface="Arial"/>
              <a:cs typeface="Arial"/>
            </a:endParaRPr>
          </a:p>
        </p:txBody>
      </p:sp>
      <p:sp>
        <p:nvSpPr>
          <p:cNvPr id="10" name="TextBox 9">
            <a:extLst>
              <a:ext uri="{FF2B5EF4-FFF2-40B4-BE49-F238E27FC236}">
                <a16:creationId xmlns:a16="http://schemas.microsoft.com/office/drawing/2014/main" id="{83313B8B-D11C-7612-6914-FB484AE92548}"/>
              </a:ext>
            </a:extLst>
          </p:cNvPr>
          <p:cNvSpPr txBox="1"/>
          <p:nvPr/>
        </p:nvSpPr>
        <p:spPr>
          <a:xfrm>
            <a:off x="609600" y="2019300"/>
            <a:ext cx="8915400" cy="3600986"/>
          </a:xfrm>
          <a:prstGeom prst="rect">
            <a:avLst/>
          </a:prstGeom>
          <a:noFill/>
        </p:spPr>
        <p:txBody>
          <a:bodyPr wrap="square" rtlCol="0">
            <a:spAutoFit/>
          </a:bodyPr>
          <a:lstStyle/>
          <a:p>
            <a:pPr algn="just"/>
            <a:r>
              <a:rPr lang="en-US" sz="24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rPr>
              <a:t>Capital budgeting is a financial process used to evaluate investment opportunities. It helps organizations make informed decisions by analyzing potential projects’ costs and benefits.</a:t>
            </a:r>
          </a:p>
          <a:p>
            <a:pPr algn="just"/>
            <a:endParaRPr lang="en-US" sz="24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endParaRPr>
          </a:p>
          <a:p>
            <a:pPr algn="just"/>
            <a:r>
              <a:rPr lang="en-US" sz="24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rPr>
              <a:t>Capital budgeting is the </a:t>
            </a:r>
            <a:r>
              <a:rPr lang="en-US" sz="2400" i="1"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rPr>
              <a:t>process of planning</a:t>
            </a:r>
            <a:r>
              <a:rPr lang="en-US" sz="24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rPr>
              <a:t> and managing a firm’s long-term investments. It aims to identify projects that enhance firm value.</a:t>
            </a:r>
            <a:r>
              <a:rPr lang="en-US" sz="2400" dirty="0">
                <a:latin typeface="Calibri" panose="020F0502020204030204" pitchFamily="34" charset="0"/>
                <a:ea typeface="Calibri" panose="020F0502020204030204" pitchFamily="34" charset="0"/>
                <a:cs typeface="Calibri" panose="020F0502020204030204" pitchFamily="34" charset="0"/>
              </a:rPr>
              <a:t> It focuses on investments that involve substantial capital expenditure and are expected to generate returns over several years.</a:t>
            </a:r>
            <a:endParaRPr lang="en-US" sz="24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endParaRPr>
          </a:p>
          <a:p>
            <a:endParaRPr lang="en-US" dirty="0">
              <a:solidFill>
                <a:srgbClr val="FFFFFF"/>
              </a:solidFill>
              <a:latin typeface="OpenSymbol"/>
            </a:endParaRPr>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457200" y="952500"/>
            <a:ext cx="10744200" cy="751488"/>
          </a:xfrm>
          <a:prstGeom prst="rect">
            <a:avLst/>
          </a:prstGeom>
        </p:spPr>
        <p:txBody>
          <a:bodyPr vert="horz" wrap="square" lIns="0" tIns="12700" rIns="0" bIns="0" rtlCol="0">
            <a:spAutoFit/>
          </a:bodyPr>
          <a:lstStyle/>
          <a:p>
            <a:pPr marL="1506220">
              <a:lnSpc>
                <a:spcPct val="100000"/>
              </a:lnSpc>
              <a:spcBef>
                <a:spcPts val="100"/>
              </a:spcBef>
            </a:pPr>
            <a:r>
              <a:rPr lang="en-US" sz="4800" b="1" dirty="0">
                <a:solidFill>
                  <a:srgbClr val="FFFF00"/>
                </a:solidFill>
                <a:latin typeface="Times New Roman" panose="02020603050405020304" pitchFamily="18" charset="0"/>
                <a:cs typeface="Times New Roman" panose="02020603050405020304" pitchFamily="18" charset="0"/>
              </a:rPr>
              <a:t>Definition by Different Theorists</a:t>
            </a:r>
            <a:endParaRPr sz="4800" b="1" spc="-10" dirty="0">
              <a:solidFill>
                <a:srgbClr val="FFFF00"/>
              </a:solidFill>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BDCF7962-C76E-9166-4519-995614415A30}"/>
              </a:ext>
            </a:extLst>
          </p:cNvPr>
          <p:cNvSpPr txBox="1"/>
          <p:nvPr/>
        </p:nvSpPr>
        <p:spPr>
          <a:xfrm>
            <a:off x="457200" y="2247900"/>
            <a:ext cx="9220200" cy="4431983"/>
          </a:xfrm>
          <a:prstGeom prst="rect">
            <a:avLst/>
          </a:prstGeom>
          <a:noFill/>
        </p:spPr>
        <p:txBody>
          <a:bodyPr wrap="square" rtlCol="0">
            <a:spAutoFit/>
          </a:bodyPr>
          <a:lstStyle/>
          <a:p>
            <a:pPr lvl="0" defTabSz="914400" eaLnBrk="0" fontAlgn="base" hangingPunct="0">
              <a:spcBef>
                <a:spcPct val="0"/>
              </a:spcBef>
              <a:spcAft>
                <a:spcPct val="0"/>
              </a:spcAft>
            </a:pPr>
            <a:r>
              <a:rPr lang="en-US" altLang="en-US" sz="2400" dirty="0">
                <a:latin typeface="Calibri" panose="020F0502020204030204" pitchFamily="34" charset="0"/>
                <a:ea typeface="Calibri" panose="020F0502020204030204" pitchFamily="34" charset="0"/>
                <a:cs typeface="Calibri" panose="020F0502020204030204" pitchFamily="34" charset="0"/>
              </a:rPr>
              <a:t>According to </a:t>
            </a:r>
            <a:r>
              <a:rPr lang="en-US" altLang="en-US" sz="2400" b="1" dirty="0">
                <a:latin typeface="Calibri" panose="020F0502020204030204" pitchFamily="34" charset="0"/>
                <a:ea typeface="Calibri" panose="020F0502020204030204" pitchFamily="34" charset="0"/>
                <a:cs typeface="Calibri" panose="020F0502020204030204" pitchFamily="34" charset="0"/>
              </a:rPr>
              <a:t>Charles T. Horngreen, </a:t>
            </a:r>
            <a:r>
              <a:rPr lang="en-US" altLang="en-US" sz="2400" i="1" dirty="0">
                <a:latin typeface="Calibri" panose="020F0502020204030204" pitchFamily="34" charset="0"/>
                <a:ea typeface="Calibri" panose="020F0502020204030204" pitchFamily="34" charset="0"/>
                <a:cs typeface="Calibri" panose="020F0502020204030204" pitchFamily="34" charset="0"/>
              </a:rPr>
              <a:t>“Capital budgeting is long-term planning for making and financing proposed capital outlays.”</a:t>
            </a:r>
          </a:p>
          <a:p>
            <a:pPr lvl="0" defTabSz="914400" eaLnBrk="0" fontAlgn="base" hangingPunct="0">
              <a:spcBef>
                <a:spcPct val="0"/>
              </a:spcBef>
              <a:spcAft>
                <a:spcPct val="0"/>
              </a:spcAft>
            </a:pP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pPr lvl="0" defTabSz="914400" eaLnBrk="0" fontAlgn="base" hangingPunct="0">
              <a:spcBef>
                <a:spcPct val="0"/>
              </a:spcBef>
              <a:spcAft>
                <a:spcPct val="0"/>
              </a:spcAft>
            </a:pPr>
            <a:r>
              <a:rPr lang="en-US" altLang="en-US" sz="2400" dirty="0">
                <a:latin typeface="Calibri" panose="020F0502020204030204" pitchFamily="34" charset="0"/>
                <a:ea typeface="Calibri" panose="020F0502020204030204" pitchFamily="34" charset="0"/>
                <a:cs typeface="Calibri" panose="020F0502020204030204" pitchFamily="34" charset="0"/>
              </a:rPr>
              <a:t>According to </a:t>
            </a:r>
            <a:r>
              <a:rPr lang="en-US" altLang="en-US" sz="2400" b="1" dirty="0">
                <a:latin typeface="Calibri" panose="020F0502020204030204" pitchFamily="34" charset="0"/>
                <a:ea typeface="Calibri" panose="020F0502020204030204" pitchFamily="34" charset="0"/>
                <a:cs typeface="Calibri" panose="020F0502020204030204" pitchFamily="34" charset="0"/>
              </a:rPr>
              <a:t>G.C. Philippatos, </a:t>
            </a:r>
            <a:r>
              <a:rPr lang="en-US" altLang="en-US" sz="2400" i="1" dirty="0">
                <a:latin typeface="Calibri" panose="020F0502020204030204" pitchFamily="34" charset="0"/>
                <a:ea typeface="Calibri" panose="020F0502020204030204" pitchFamily="34" charset="0"/>
                <a:cs typeface="Calibri" panose="020F0502020204030204" pitchFamily="34" charset="0"/>
              </a:rPr>
              <a:t>“Capital budgeting is concerned with the allocation of the firm’s scarce financial resources among the available investment opportunities. The selection of a given project implies the acceptance of its probable stream of net benefits in future.”</a:t>
            </a:r>
          </a:p>
          <a:p>
            <a:pPr lvl="0" defTabSz="914400" eaLnBrk="0" fontAlgn="base" hangingPunct="0">
              <a:spcBef>
                <a:spcPct val="0"/>
              </a:spcBef>
              <a:spcAft>
                <a:spcPct val="0"/>
              </a:spcAft>
            </a:pPr>
            <a:endParaRPr lang="en-US" altLang="en-US" sz="2400" i="1" dirty="0">
              <a:latin typeface="Calibri" panose="020F0502020204030204" pitchFamily="34" charset="0"/>
              <a:ea typeface="Calibri" panose="020F0502020204030204" pitchFamily="34" charset="0"/>
              <a:cs typeface="Calibri" panose="020F0502020204030204" pitchFamily="34" charset="0"/>
            </a:endParaRPr>
          </a:p>
          <a:p>
            <a:pPr lvl="0" defTabSz="914400" eaLnBrk="0" fontAlgn="base" hangingPunct="0">
              <a:spcBef>
                <a:spcPct val="0"/>
              </a:spcBef>
              <a:spcAft>
                <a:spcPct val="0"/>
              </a:spcAft>
            </a:pPr>
            <a:r>
              <a:rPr lang="en-US" sz="2400" dirty="0">
                <a:latin typeface="Calibri" panose="020F0502020204030204" pitchFamily="34" charset="0"/>
                <a:ea typeface="Calibri" panose="020F0502020204030204" pitchFamily="34" charset="0"/>
                <a:cs typeface="Calibri" panose="020F0502020204030204" pitchFamily="34" charset="0"/>
              </a:rPr>
              <a:t>According to </a:t>
            </a:r>
            <a:r>
              <a:rPr lang="en-US" sz="2400" b="1" dirty="0">
                <a:latin typeface="Calibri" panose="020F0502020204030204" pitchFamily="34" charset="0"/>
                <a:ea typeface="Calibri" panose="020F0502020204030204" pitchFamily="34" charset="0"/>
                <a:cs typeface="Calibri" panose="020F0502020204030204" pitchFamily="34" charset="0"/>
              </a:rPr>
              <a:t>L.J. Gitman, </a:t>
            </a:r>
            <a:r>
              <a:rPr lang="en-US" sz="2400" i="1" dirty="0">
                <a:latin typeface="Calibri" panose="020F0502020204030204" pitchFamily="34" charset="0"/>
                <a:ea typeface="Calibri" panose="020F0502020204030204" pitchFamily="34" charset="0"/>
                <a:cs typeface="Calibri" panose="020F0502020204030204" pitchFamily="34" charset="0"/>
              </a:rPr>
              <a:t>“Capital budgeting is the whole process of analyzing projects and deciding whether they should be included in the capital expenditure programme.”</a:t>
            </a: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33400" y="800101"/>
            <a:ext cx="8839200" cy="1674817"/>
          </a:xfrm>
          <a:prstGeom prst="rect">
            <a:avLst/>
          </a:prstGeom>
        </p:spPr>
        <p:txBody>
          <a:bodyPr vert="horz" wrap="square" lIns="0" tIns="12700" rIns="0" bIns="0" rtlCol="0">
            <a:spAutoFit/>
          </a:bodyPr>
          <a:lstStyle/>
          <a:p>
            <a:pPr marL="12700">
              <a:lnSpc>
                <a:spcPct val="100000"/>
              </a:lnSpc>
              <a:spcBef>
                <a:spcPts val="100"/>
              </a:spcBef>
            </a:pPr>
            <a:r>
              <a:rPr sz="5400" b="1" dirty="0">
                <a:solidFill>
                  <a:srgbClr val="FFFF00"/>
                </a:solidFill>
                <a:latin typeface="Times New Roman" panose="02020603050405020304" pitchFamily="18" charset="0"/>
                <a:cs typeface="Times New Roman" panose="02020603050405020304" pitchFamily="18" charset="0"/>
              </a:rPr>
              <a:t>Importance</a:t>
            </a:r>
            <a:r>
              <a:rPr sz="5400" b="1" spc="-30" dirty="0">
                <a:solidFill>
                  <a:srgbClr val="FFFF00"/>
                </a:solidFill>
                <a:latin typeface="Times New Roman" panose="02020603050405020304" pitchFamily="18" charset="0"/>
                <a:cs typeface="Times New Roman" panose="02020603050405020304" pitchFamily="18" charset="0"/>
              </a:rPr>
              <a:t> </a:t>
            </a:r>
            <a:r>
              <a:rPr sz="5400" b="1" dirty="0">
                <a:solidFill>
                  <a:srgbClr val="FFFF00"/>
                </a:solidFill>
                <a:latin typeface="Times New Roman" panose="02020603050405020304" pitchFamily="18" charset="0"/>
                <a:cs typeface="Times New Roman" panose="02020603050405020304" pitchFamily="18" charset="0"/>
              </a:rPr>
              <a:t>of Capital</a:t>
            </a:r>
            <a:r>
              <a:rPr lang="en-US" sz="5400" b="1" spc="-35" dirty="0">
                <a:solidFill>
                  <a:srgbClr val="FFFF00"/>
                </a:solidFill>
                <a:latin typeface="Times New Roman" panose="02020603050405020304" pitchFamily="18" charset="0"/>
                <a:cs typeface="Times New Roman" panose="02020603050405020304" pitchFamily="18" charset="0"/>
              </a:rPr>
              <a:t> </a:t>
            </a:r>
            <a:r>
              <a:rPr sz="5400" b="1" spc="-10" dirty="0">
                <a:solidFill>
                  <a:srgbClr val="FFFF00"/>
                </a:solidFill>
                <a:latin typeface="Times New Roman" panose="02020603050405020304" pitchFamily="18" charset="0"/>
                <a:cs typeface="Times New Roman" panose="02020603050405020304" pitchFamily="18" charset="0"/>
              </a:rPr>
              <a:t>Budgeting</a:t>
            </a:r>
            <a:endParaRPr sz="5400" b="1" dirty="0">
              <a:solidFill>
                <a:srgbClr val="FFFF00"/>
              </a:solidFill>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503A9E5A-0241-0A3D-4903-08E4B228CBCB}"/>
              </a:ext>
            </a:extLst>
          </p:cNvPr>
          <p:cNvSpPr txBox="1"/>
          <p:nvPr/>
        </p:nvSpPr>
        <p:spPr>
          <a:xfrm>
            <a:off x="533400" y="3086100"/>
            <a:ext cx="8839200" cy="2677656"/>
          </a:xfrm>
          <a:prstGeom prst="rect">
            <a:avLst/>
          </a:prstGeom>
          <a:noFill/>
        </p:spPr>
        <p:txBody>
          <a:bodyPr wrap="square" rtlCol="0">
            <a:spAutoFit/>
          </a:bodyPr>
          <a:lstStyle/>
          <a:p>
            <a:pPr marL="342900" lvl="0" indent="-342900" defTabSz="914400" eaLnBrk="0" fontAlgn="base" hangingPunct="0">
              <a:spcBef>
                <a:spcPct val="0"/>
              </a:spcBef>
              <a:spcAft>
                <a:spcPct val="0"/>
              </a:spcAft>
              <a:buFont typeface="Wingdings" panose="05000000000000000000" pitchFamily="2" charset="2"/>
              <a:buChar char="v"/>
            </a:pPr>
            <a:r>
              <a:rPr lang="en-US" altLang="en-US" sz="2800" dirty="0">
                <a:latin typeface="Calibri" panose="020F0502020204030204" pitchFamily="34" charset="0"/>
                <a:ea typeface="Calibri" panose="020F0502020204030204" pitchFamily="34" charset="0"/>
                <a:cs typeface="Calibri" panose="020F0502020204030204" pitchFamily="34" charset="0"/>
              </a:rPr>
              <a:t>Helps in </a:t>
            </a:r>
            <a:r>
              <a:rPr lang="en-US" altLang="en-US" sz="2800" b="1" dirty="0">
                <a:latin typeface="Calibri" panose="020F0502020204030204" pitchFamily="34" charset="0"/>
                <a:ea typeface="Calibri" panose="020F0502020204030204" pitchFamily="34" charset="0"/>
                <a:cs typeface="Calibri" panose="020F0502020204030204" pitchFamily="34" charset="0"/>
              </a:rPr>
              <a:t>long-term strategic planning</a:t>
            </a:r>
            <a:r>
              <a:rPr lang="en-US" altLang="en-US" sz="2800" dirty="0">
                <a:latin typeface="Calibri" panose="020F0502020204030204" pitchFamily="34" charset="0"/>
                <a:ea typeface="Calibri" panose="020F0502020204030204" pitchFamily="34" charset="0"/>
                <a:cs typeface="Calibri" panose="020F0502020204030204" pitchFamily="34" charset="0"/>
              </a:rPr>
              <a:t>.</a:t>
            </a:r>
          </a:p>
          <a:p>
            <a:pPr marL="342900" lvl="0" indent="-342900" defTabSz="914400" eaLnBrk="0" fontAlgn="base" hangingPunct="0">
              <a:spcBef>
                <a:spcPct val="0"/>
              </a:spcBef>
              <a:spcAft>
                <a:spcPct val="0"/>
              </a:spcAft>
              <a:buFont typeface="Wingdings" panose="05000000000000000000" pitchFamily="2" charset="2"/>
              <a:buChar char="v"/>
            </a:pPr>
            <a:r>
              <a:rPr lang="en-US" altLang="en-US" sz="2800" dirty="0">
                <a:latin typeface="Calibri" panose="020F0502020204030204" pitchFamily="34" charset="0"/>
                <a:ea typeface="Calibri" panose="020F0502020204030204" pitchFamily="34" charset="0"/>
                <a:cs typeface="Calibri" panose="020F0502020204030204" pitchFamily="34" charset="0"/>
              </a:rPr>
              <a:t>Ensures </a:t>
            </a:r>
            <a:r>
              <a:rPr lang="en-US" altLang="en-US" sz="2800" b="1" dirty="0">
                <a:latin typeface="Calibri" panose="020F0502020204030204" pitchFamily="34" charset="0"/>
                <a:ea typeface="Calibri" panose="020F0502020204030204" pitchFamily="34" charset="0"/>
                <a:cs typeface="Calibri" panose="020F0502020204030204" pitchFamily="34" charset="0"/>
              </a:rPr>
              <a:t>efficient use of limited resources</a:t>
            </a:r>
            <a:r>
              <a:rPr lang="en-US" altLang="en-US" sz="2800" dirty="0">
                <a:latin typeface="Calibri" panose="020F0502020204030204" pitchFamily="34" charset="0"/>
                <a:ea typeface="Calibri" panose="020F0502020204030204" pitchFamily="34" charset="0"/>
                <a:cs typeface="Calibri" panose="020F0502020204030204" pitchFamily="34" charset="0"/>
              </a:rPr>
              <a:t>.</a:t>
            </a:r>
          </a:p>
          <a:p>
            <a:pPr marL="342900" lvl="0" indent="-342900" defTabSz="914400" eaLnBrk="0" fontAlgn="base" hangingPunct="0">
              <a:spcBef>
                <a:spcPct val="0"/>
              </a:spcBef>
              <a:spcAft>
                <a:spcPct val="0"/>
              </a:spcAft>
              <a:buFont typeface="Wingdings" panose="05000000000000000000" pitchFamily="2" charset="2"/>
              <a:buChar char="v"/>
            </a:pPr>
            <a:r>
              <a:rPr lang="en-US" altLang="en-US" sz="2800" dirty="0">
                <a:latin typeface="Calibri" panose="020F0502020204030204" pitchFamily="34" charset="0"/>
                <a:ea typeface="Calibri" panose="020F0502020204030204" pitchFamily="34" charset="0"/>
                <a:cs typeface="Calibri" panose="020F0502020204030204" pitchFamily="34" charset="0"/>
              </a:rPr>
              <a:t>Reduces the risk of </a:t>
            </a:r>
            <a:r>
              <a:rPr lang="en-US" altLang="en-US" sz="2800" b="1" dirty="0">
                <a:latin typeface="Calibri" panose="020F0502020204030204" pitchFamily="34" charset="0"/>
                <a:ea typeface="Calibri" panose="020F0502020204030204" pitchFamily="34" charset="0"/>
                <a:cs typeface="Calibri" panose="020F0502020204030204" pitchFamily="34" charset="0"/>
              </a:rPr>
              <a:t>over- or under-investment</a:t>
            </a:r>
            <a:r>
              <a:rPr lang="en-US" altLang="en-US" sz="2800" dirty="0">
                <a:latin typeface="Calibri" panose="020F0502020204030204" pitchFamily="34" charset="0"/>
                <a:ea typeface="Calibri" panose="020F0502020204030204" pitchFamily="34" charset="0"/>
                <a:cs typeface="Calibri" panose="020F0502020204030204" pitchFamily="34" charset="0"/>
              </a:rPr>
              <a:t>.</a:t>
            </a:r>
          </a:p>
          <a:p>
            <a:pPr marL="342900" lvl="0" indent="-342900" defTabSz="914400" eaLnBrk="0" fontAlgn="base" hangingPunct="0">
              <a:spcBef>
                <a:spcPct val="0"/>
              </a:spcBef>
              <a:spcAft>
                <a:spcPct val="0"/>
              </a:spcAft>
              <a:buFont typeface="Wingdings" panose="05000000000000000000" pitchFamily="2" charset="2"/>
              <a:buChar char="v"/>
            </a:pPr>
            <a:r>
              <a:rPr lang="en-US" altLang="en-US" sz="2800" dirty="0">
                <a:latin typeface="Calibri" panose="020F0502020204030204" pitchFamily="34" charset="0"/>
                <a:ea typeface="Calibri" panose="020F0502020204030204" pitchFamily="34" charset="0"/>
                <a:cs typeface="Calibri" panose="020F0502020204030204" pitchFamily="34" charset="0"/>
              </a:rPr>
              <a:t>Directly influences </a:t>
            </a:r>
            <a:r>
              <a:rPr lang="en-US" altLang="en-US" sz="2800" b="1" dirty="0">
                <a:latin typeface="Calibri" panose="020F0502020204030204" pitchFamily="34" charset="0"/>
                <a:ea typeface="Calibri" panose="020F0502020204030204" pitchFamily="34" charset="0"/>
                <a:cs typeface="Calibri" panose="020F0502020204030204" pitchFamily="34" charset="0"/>
              </a:rPr>
              <a:t>profitability, growth, and sustainability</a:t>
            </a:r>
            <a:r>
              <a:rPr lang="en-US" altLang="en-US" sz="2800" dirty="0">
                <a:latin typeface="Calibri" panose="020F0502020204030204" pitchFamily="34" charset="0"/>
                <a:ea typeface="Calibri" panose="020F0502020204030204" pitchFamily="34" charset="0"/>
                <a:cs typeface="Calibri" panose="020F0502020204030204" pitchFamily="34" charset="0"/>
              </a:rPr>
              <a:t>.</a:t>
            </a:r>
          </a:p>
          <a:p>
            <a:pPr marL="342900" lvl="0" indent="-342900" defTabSz="914400" eaLnBrk="0" fontAlgn="base" hangingPunct="0">
              <a:spcBef>
                <a:spcPct val="0"/>
              </a:spcBef>
              <a:spcAft>
                <a:spcPct val="0"/>
              </a:spcAft>
              <a:buFont typeface="Wingdings" panose="05000000000000000000" pitchFamily="2" charset="2"/>
              <a:buChar char="v"/>
            </a:pPr>
            <a:r>
              <a:rPr lang="en-US" altLang="en-US" sz="2800" dirty="0">
                <a:latin typeface="Calibri" panose="020F0502020204030204" pitchFamily="34" charset="0"/>
                <a:ea typeface="Calibri" panose="020F0502020204030204" pitchFamily="34" charset="0"/>
                <a:cs typeface="Calibri" panose="020F0502020204030204" pitchFamily="34" charset="0"/>
              </a:rPr>
              <a:t>Aligns investments with the goal of </a:t>
            </a:r>
            <a:r>
              <a:rPr lang="en-US" altLang="en-US" sz="2800" b="1" dirty="0">
                <a:latin typeface="Calibri" panose="020F0502020204030204" pitchFamily="34" charset="0"/>
                <a:ea typeface="Calibri" panose="020F0502020204030204" pitchFamily="34" charset="0"/>
                <a:cs typeface="Calibri" panose="020F0502020204030204" pitchFamily="34" charset="0"/>
              </a:rPr>
              <a:t>wealth maximization</a:t>
            </a:r>
            <a:endParaRPr lang="en-US" sz="28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870203" y="876300"/>
            <a:ext cx="8240065" cy="751488"/>
          </a:xfrm>
          <a:prstGeom prst="rect">
            <a:avLst/>
          </a:prstGeom>
        </p:spPr>
        <p:txBody>
          <a:bodyPr vert="horz" wrap="square" lIns="0" tIns="12700" rIns="0" bIns="0" rtlCol="0">
            <a:spAutoFit/>
          </a:bodyPr>
          <a:lstStyle/>
          <a:p>
            <a:pPr marL="12700">
              <a:lnSpc>
                <a:spcPct val="100000"/>
              </a:lnSpc>
              <a:spcBef>
                <a:spcPts val="100"/>
              </a:spcBef>
            </a:pPr>
            <a:r>
              <a:rPr lang="en-US" sz="4800" b="1" dirty="0">
                <a:solidFill>
                  <a:srgbClr val="FFFF00"/>
                </a:solidFill>
                <a:latin typeface="Times New Roman"/>
                <a:cs typeface="Times New Roman"/>
              </a:rPr>
              <a:t>Capital Budgeting Techniques</a:t>
            </a:r>
            <a:endParaRPr sz="4800" dirty="0">
              <a:solidFill>
                <a:srgbClr val="FFFF00"/>
              </a:solidFill>
              <a:latin typeface="Times New Roman"/>
              <a:cs typeface="Times New Roman"/>
            </a:endParaRPr>
          </a:p>
        </p:txBody>
      </p:sp>
      <p:pic>
        <p:nvPicPr>
          <p:cNvPr id="4098" name="Picture 2">
            <a:extLst>
              <a:ext uri="{FF2B5EF4-FFF2-40B4-BE49-F238E27FC236}">
                <a16:creationId xmlns:a16="http://schemas.microsoft.com/office/drawing/2014/main" id="{06962938-CBC1-968D-326C-FCB483289B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799" y="1943100"/>
            <a:ext cx="7924801" cy="48768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381000" y="497990"/>
            <a:ext cx="8675117" cy="1367041"/>
          </a:xfrm>
          <a:prstGeom prst="rect">
            <a:avLst/>
          </a:prstGeom>
        </p:spPr>
        <p:txBody>
          <a:bodyPr vert="horz" wrap="square" lIns="0" tIns="12700" rIns="0" bIns="0" rtlCol="0">
            <a:spAutoFit/>
          </a:bodyPr>
          <a:lstStyle/>
          <a:p>
            <a:pPr marL="204470">
              <a:lnSpc>
                <a:spcPct val="100000"/>
              </a:lnSpc>
              <a:spcBef>
                <a:spcPts val="100"/>
              </a:spcBef>
            </a:pPr>
            <a:r>
              <a:rPr lang="en-US" sz="4400" b="1" spc="-10" dirty="0">
                <a:solidFill>
                  <a:srgbClr val="FFFF00"/>
                </a:solidFill>
                <a:latin typeface="Times New Roman" panose="02020603050405020304" pitchFamily="18" charset="0"/>
                <a:cs typeface="Times New Roman" panose="02020603050405020304" pitchFamily="18" charset="0"/>
              </a:rPr>
              <a:t>Traditional/ Non-Discounting Techniques</a:t>
            </a:r>
            <a:endParaRPr sz="4400" b="1" spc="-10" dirty="0">
              <a:solidFill>
                <a:srgbClr val="FFFF00"/>
              </a:solidFill>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F6505F93-23CF-3C67-73C1-EEE398CB9C6C}"/>
              </a:ext>
            </a:extLst>
          </p:cNvPr>
          <p:cNvSpPr txBox="1"/>
          <p:nvPr/>
        </p:nvSpPr>
        <p:spPr>
          <a:xfrm>
            <a:off x="76200" y="2095499"/>
            <a:ext cx="9906000" cy="6309420"/>
          </a:xfrm>
          <a:prstGeom prst="rect">
            <a:avLst/>
          </a:prstGeom>
          <a:noFill/>
        </p:spPr>
        <p:txBody>
          <a:bodyPr wrap="square" rtlCol="0">
            <a:spAutoFit/>
          </a:bodyPr>
          <a:lstStyle/>
          <a:p>
            <a:pPr marL="457200" indent="-457200">
              <a:buFont typeface="Wingdings" panose="05000000000000000000" pitchFamily="2" charset="2"/>
              <a:buChar char="v"/>
            </a:pPr>
            <a:r>
              <a:rPr lang="en-US" sz="2800" b="1" dirty="0">
                <a:solidFill>
                  <a:srgbClr val="FFFF00"/>
                </a:solidFill>
                <a:latin typeface="Times New Roman" panose="02020603050405020304" pitchFamily="18" charset="0"/>
                <a:cs typeface="Times New Roman" panose="02020603050405020304" pitchFamily="18" charset="0"/>
              </a:rPr>
              <a:t>Payback Period – </a:t>
            </a:r>
            <a:r>
              <a:rPr lang="en-US" sz="2400" dirty="0">
                <a:solidFill>
                  <a:schemeClr val="tx1">
                    <a:lumMod val="95000"/>
                  </a:schemeClr>
                </a:solidFill>
                <a:latin typeface="Calibri" panose="020F0502020204030204" pitchFamily="34" charset="0"/>
                <a:ea typeface="Calibri" panose="020F0502020204030204" pitchFamily="34" charset="0"/>
                <a:cs typeface="Calibri" panose="020F0502020204030204" pitchFamily="34" charset="0"/>
              </a:rPr>
              <a:t>This method is the simplest and most widely used. </a:t>
            </a:r>
            <a:r>
              <a:rPr lang="en-US" sz="2400" dirty="0">
                <a:latin typeface="Calibri" panose="020F0502020204030204" pitchFamily="34" charset="0"/>
                <a:ea typeface="Calibri" panose="020F0502020204030204" pitchFamily="34" charset="0"/>
                <a:cs typeface="Calibri" panose="020F0502020204030204" pitchFamily="34" charset="0"/>
              </a:rPr>
              <a:t>The payback period calculates the time required to recover the initial investment from the cash inflows generated by the project. A shorter payback period is generally preferred because it implies quicker recovery and less risk</a:t>
            </a:r>
            <a:r>
              <a:rPr lang="en-US" sz="2800" dirty="0"/>
              <a:t>.</a:t>
            </a:r>
          </a:p>
          <a:p>
            <a:pPr lvl="0" defTabSz="914400" eaLnBrk="0" fontAlgn="base" hangingPunct="0">
              <a:spcBef>
                <a:spcPct val="0"/>
              </a:spcBef>
              <a:spcAft>
                <a:spcPct val="0"/>
              </a:spcAft>
            </a:pPr>
            <a:r>
              <a:rPr lang="en-US" altLang="en-US" sz="2400" dirty="0">
                <a:latin typeface="Calibri" panose="020F0502020204030204" pitchFamily="34" charset="0"/>
                <a:ea typeface="Calibri" panose="020F0502020204030204" pitchFamily="34" charset="0"/>
                <a:cs typeface="Calibri" panose="020F0502020204030204" pitchFamily="34" charset="0"/>
              </a:rPr>
              <a:t>                      </a:t>
            </a:r>
            <a:r>
              <a:rPr lang="en-US" altLang="en-US" sz="2400" b="1" dirty="0">
                <a:latin typeface="Calibri" panose="020F0502020204030204" pitchFamily="34" charset="0"/>
                <a:ea typeface="Calibri" panose="020F0502020204030204" pitchFamily="34" charset="0"/>
                <a:cs typeface="Calibri" panose="020F0502020204030204" pitchFamily="34" charset="0"/>
              </a:rPr>
              <a:t>Payback Period     =    Annual Cash Inflow </a:t>
            </a:r>
          </a:p>
          <a:p>
            <a:pPr lvl="0" defTabSz="914400" eaLnBrk="0" fontAlgn="base" hangingPunct="0">
              <a:spcBef>
                <a:spcPct val="0"/>
              </a:spcBef>
              <a:spcAft>
                <a:spcPct val="0"/>
              </a:spcAft>
            </a:pPr>
            <a:r>
              <a:rPr lang="en-US" altLang="en-US" sz="2400" b="1" dirty="0">
                <a:latin typeface="Calibri" panose="020F0502020204030204" pitchFamily="34" charset="0"/>
                <a:ea typeface="Calibri" panose="020F0502020204030204" pitchFamily="34" charset="0"/>
                <a:cs typeface="Calibri" panose="020F0502020204030204" pitchFamily="34" charset="0"/>
              </a:rPr>
              <a:t>                                                                Initial Investment</a:t>
            </a:r>
          </a:p>
          <a:p>
            <a:pPr lvl="0" defTabSz="914400" eaLnBrk="0" fontAlgn="base" hangingPunct="0">
              <a:spcBef>
                <a:spcPct val="0"/>
              </a:spcBef>
              <a:spcAft>
                <a:spcPct val="0"/>
              </a:spcAft>
            </a:pPr>
            <a:r>
              <a:rPr lang="en-US" altLang="en-US" sz="2400" b="1" dirty="0">
                <a:latin typeface="Calibri" panose="020F0502020204030204" pitchFamily="34" charset="0"/>
                <a:ea typeface="Calibri" panose="020F0502020204030204" pitchFamily="34" charset="0"/>
                <a:cs typeface="Calibri" panose="020F0502020204030204" pitchFamily="34" charset="0"/>
              </a:rPr>
              <a:t>       Merits:</a:t>
            </a:r>
          </a:p>
          <a:p>
            <a:pPr marL="342900" lvl="0" indent="-342900" defTabSz="914400" eaLnBrk="0" fontAlgn="base" hangingPunct="0">
              <a:spcBef>
                <a:spcPct val="0"/>
              </a:spcBef>
              <a:spcAft>
                <a:spcPct val="0"/>
              </a:spcAft>
              <a:buFont typeface="Arial" panose="020B0604020202020204" pitchFamily="34" charset="0"/>
              <a:buChar char="•"/>
            </a:pPr>
            <a:r>
              <a:rPr lang="en-US" altLang="en-US" sz="2400" dirty="0">
                <a:latin typeface="Calibri" panose="020F0502020204030204" pitchFamily="34" charset="0"/>
                <a:ea typeface="Calibri" panose="020F0502020204030204" pitchFamily="34" charset="0"/>
                <a:cs typeface="Calibri" panose="020F0502020204030204" pitchFamily="34" charset="0"/>
              </a:rPr>
              <a:t>  Simple and easy to use.</a:t>
            </a:r>
          </a:p>
          <a:p>
            <a:pPr marL="342900" lvl="0" indent="-342900" defTabSz="914400" eaLnBrk="0" fontAlgn="base" hangingPunct="0">
              <a:spcBef>
                <a:spcPct val="0"/>
              </a:spcBef>
              <a:spcAft>
                <a:spcPct val="0"/>
              </a:spcAft>
              <a:buFont typeface="Arial" panose="020B0604020202020204" pitchFamily="34" charset="0"/>
              <a:buChar char="•"/>
            </a:pPr>
            <a:r>
              <a:rPr lang="en-US" altLang="en-US" sz="2400" dirty="0">
                <a:latin typeface="Calibri" panose="020F0502020204030204" pitchFamily="34" charset="0"/>
                <a:ea typeface="Calibri" panose="020F0502020204030204" pitchFamily="34" charset="0"/>
                <a:cs typeface="Calibri" panose="020F0502020204030204" pitchFamily="34" charset="0"/>
              </a:rPr>
              <a:t>  Helps to measure risk (shorter payback = less risk).</a:t>
            </a:r>
          </a:p>
          <a:p>
            <a:pPr lvl="0" defTabSz="914400" eaLnBrk="0" fontAlgn="base" hangingPunct="0">
              <a:spcBef>
                <a:spcPct val="0"/>
              </a:spcBef>
              <a:spcAft>
                <a:spcPct val="0"/>
              </a:spcAft>
            </a:pPr>
            <a:r>
              <a:rPr lang="en-US" altLang="en-US" sz="2400" b="1" dirty="0">
                <a:latin typeface="Calibri" panose="020F0502020204030204" pitchFamily="34" charset="0"/>
                <a:ea typeface="Calibri" panose="020F0502020204030204" pitchFamily="34" charset="0"/>
                <a:cs typeface="Calibri" panose="020F0502020204030204" pitchFamily="34" charset="0"/>
              </a:rPr>
              <a:t>       Demerits</a:t>
            </a:r>
            <a:r>
              <a:rPr lang="en-US" altLang="en-US" sz="2400" dirty="0">
                <a:latin typeface="Calibri" panose="020F0502020204030204" pitchFamily="34" charset="0"/>
                <a:ea typeface="Calibri" panose="020F0502020204030204" pitchFamily="34" charset="0"/>
                <a:cs typeface="Calibri" panose="020F0502020204030204" pitchFamily="34" charset="0"/>
              </a:rPr>
              <a:t>:</a:t>
            </a:r>
          </a:p>
          <a:p>
            <a:pPr marL="342900" lvl="0" indent="-342900" defTabSz="914400" eaLnBrk="0" fontAlgn="base" hangingPunct="0">
              <a:spcBef>
                <a:spcPct val="0"/>
              </a:spcBef>
              <a:spcAft>
                <a:spcPct val="0"/>
              </a:spcAft>
              <a:buFont typeface="Arial" panose="020B0604020202020204" pitchFamily="34" charset="0"/>
              <a:buChar char="•"/>
            </a:pPr>
            <a:r>
              <a:rPr lang="en-US" altLang="en-US" sz="2400" dirty="0">
                <a:latin typeface="Calibri" panose="020F0502020204030204" pitchFamily="34" charset="0"/>
                <a:ea typeface="Calibri" panose="020F0502020204030204" pitchFamily="34" charset="0"/>
                <a:cs typeface="Calibri" panose="020F0502020204030204" pitchFamily="34" charset="0"/>
              </a:rPr>
              <a:t>  Ignores cash inflows after payback period.</a:t>
            </a:r>
          </a:p>
          <a:p>
            <a:pPr marL="342900" lvl="0" indent="-342900" defTabSz="914400" eaLnBrk="0" fontAlgn="base" hangingPunct="0">
              <a:spcBef>
                <a:spcPct val="0"/>
              </a:spcBef>
              <a:spcAft>
                <a:spcPct val="0"/>
              </a:spcAft>
              <a:buFont typeface="Arial" panose="020B0604020202020204" pitchFamily="34" charset="0"/>
              <a:buChar char="•"/>
            </a:pPr>
            <a:r>
              <a:rPr lang="en-US" altLang="en-US" sz="2400" dirty="0">
                <a:latin typeface="Calibri" panose="020F0502020204030204" pitchFamily="34" charset="0"/>
                <a:ea typeface="Calibri" panose="020F0502020204030204" pitchFamily="34" charset="0"/>
                <a:cs typeface="Calibri" panose="020F0502020204030204" pitchFamily="34" charset="0"/>
              </a:rPr>
              <a:t>  Ignores the time value of money.</a:t>
            </a:r>
          </a:p>
          <a:p>
            <a:pPr marL="457200" indent="-457200">
              <a:buFont typeface="Wingdings" panose="05000000000000000000" pitchFamily="2" charset="2"/>
              <a:buChar char="v"/>
            </a:pPr>
            <a:endParaRPr lang="en-US" sz="2800" dirty="0"/>
          </a:p>
          <a:p>
            <a:pPr marL="457200" indent="-457200">
              <a:buFont typeface="Wingdings" panose="05000000000000000000" pitchFamily="2" charset="2"/>
              <a:buChar char="v"/>
            </a:pPr>
            <a:endParaRPr lang="en-US" sz="2800" dirty="0"/>
          </a:p>
          <a:p>
            <a:pPr marL="457200" indent="-457200">
              <a:buFont typeface="Wingdings" panose="05000000000000000000" pitchFamily="2" charset="2"/>
              <a:buChar char="v"/>
            </a:pPr>
            <a:endParaRPr lang="en-US" sz="2800" dirty="0"/>
          </a:p>
        </p:txBody>
      </p:sp>
      <p:cxnSp>
        <p:nvCxnSpPr>
          <p:cNvPr id="4" name="Straight Connector 3">
            <a:extLst>
              <a:ext uri="{FF2B5EF4-FFF2-40B4-BE49-F238E27FC236}">
                <a16:creationId xmlns:a16="http://schemas.microsoft.com/office/drawing/2014/main" id="{73DB08D6-C3DD-153D-E66D-A15EC2671B30}"/>
              </a:ext>
            </a:extLst>
          </p:cNvPr>
          <p:cNvCxnSpPr>
            <a:cxnSpLocks/>
          </p:cNvCxnSpPr>
          <p:nvPr/>
        </p:nvCxnSpPr>
        <p:spPr>
          <a:xfrm>
            <a:off x="4267200" y="4457700"/>
            <a:ext cx="274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0A9C4B1-FCD7-A413-03E3-E8BFEC50F8DC}"/>
              </a:ext>
            </a:extLst>
          </p:cNvPr>
          <p:cNvSpPr>
            <a:spLocks noGrp="1"/>
          </p:cNvSpPr>
          <p:nvPr>
            <p:ph idx="1"/>
          </p:nvPr>
        </p:nvSpPr>
        <p:spPr>
          <a:xfrm>
            <a:off x="457200" y="800100"/>
            <a:ext cx="8077200" cy="6073147"/>
          </a:xfrm>
        </p:spPr>
        <p:txBody>
          <a:bodyPr>
            <a:normAutofit lnSpcReduction="10000"/>
          </a:bodyPr>
          <a:lstStyle/>
          <a:p>
            <a:pPr>
              <a:buFont typeface="Wingdings" panose="05000000000000000000" pitchFamily="2" charset="2"/>
              <a:buChar char="v"/>
            </a:pPr>
            <a:r>
              <a:rPr lang="en-US" sz="2800" b="1" dirty="0">
                <a:solidFill>
                  <a:srgbClr val="FFFF00"/>
                </a:solidFill>
                <a:latin typeface="Calibri" panose="020F0502020204030204" pitchFamily="34" charset="0"/>
                <a:ea typeface="Calibri" panose="020F0502020204030204" pitchFamily="34" charset="0"/>
                <a:cs typeface="Calibri" panose="020F0502020204030204" pitchFamily="34" charset="0"/>
              </a:rPr>
              <a:t>Average Rate of Return </a:t>
            </a:r>
            <a:r>
              <a:rPr lang="en-US" sz="2400" b="1"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ARR means the average annual earning on the project. Measures expected return based on </a:t>
            </a:r>
            <a:r>
              <a:rPr lang="en-US" sz="2400" b="1" dirty="0">
                <a:latin typeface="Calibri" panose="020F0502020204030204" pitchFamily="34" charset="0"/>
                <a:ea typeface="Calibri" panose="020F0502020204030204" pitchFamily="34" charset="0"/>
                <a:cs typeface="Calibri" panose="020F0502020204030204" pitchFamily="34" charset="0"/>
              </a:rPr>
              <a:t>accounting profits</a:t>
            </a:r>
            <a:r>
              <a:rPr lang="en-US" sz="2400" dirty="0">
                <a:latin typeface="Calibri" panose="020F0502020204030204" pitchFamily="34" charset="0"/>
                <a:ea typeface="Calibri" panose="020F0502020204030204" pitchFamily="34" charset="0"/>
                <a:cs typeface="Calibri" panose="020F0502020204030204" pitchFamily="34" charset="0"/>
              </a:rPr>
              <a:t> rather than cash flows. </a:t>
            </a:r>
          </a:p>
          <a:p>
            <a:pPr>
              <a:buFont typeface="Wingdings" panose="05000000000000000000" pitchFamily="2" charset="2"/>
              <a:buChar char="v"/>
            </a:pPr>
            <a:endParaRPr lang="en-US" sz="2400"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pPr marL="0" indent="0">
              <a:buNone/>
            </a:pPr>
            <a:r>
              <a:rPr lang="en-US" sz="2400"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ARR  =    Average Annual Accounting Profit    *  100</a:t>
            </a:r>
          </a:p>
          <a:p>
            <a:pPr marL="0" indent="0">
              <a:buNone/>
            </a:pPr>
            <a:r>
              <a:rPr lang="en-US" sz="2400" b="1"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Initial or Average Investment</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      Merits</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Uses accounting data that is readily available.</a:t>
            </a:r>
          </a:p>
          <a:p>
            <a:pPr lvl="1">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Simple to understand.</a:t>
            </a:r>
          </a:p>
          <a:p>
            <a:pPr marL="0" indent="0">
              <a:buNone/>
            </a:pPr>
            <a:r>
              <a:rPr lang="en-US" sz="2400" b="1" dirty="0">
                <a:latin typeface="Calibri" panose="020F0502020204030204" pitchFamily="34" charset="0"/>
                <a:ea typeface="Calibri" panose="020F0502020204030204" pitchFamily="34" charset="0"/>
                <a:cs typeface="Calibri" panose="020F0502020204030204" pitchFamily="34" charset="0"/>
              </a:rPr>
              <a:t>       Demerits</a:t>
            </a:r>
            <a:r>
              <a:rPr lang="en-US" sz="2400" dirty="0">
                <a:latin typeface="Calibri" panose="020F0502020204030204" pitchFamily="34" charset="0"/>
                <a:ea typeface="Calibri" panose="020F0502020204030204" pitchFamily="34" charset="0"/>
                <a:cs typeface="Calibri" panose="020F0502020204030204" pitchFamily="34" charset="0"/>
              </a:rPr>
              <a:t>:</a:t>
            </a:r>
          </a:p>
          <a:p>
            <a:pPr lvl="1">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Ignores the time value of money.</a:t>
            </a:r>
          </a:p>
          <a:p>
            <a:pPr lvl="1">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Based on accounting profit, not cash inflows. So, it is less reliable.</a:t>
            </a:r>
          </a:p>
          <a:p>
            <a:pPr marL="0" indent="0">
              <a:buNone/>
            </a:pPr>
            <a:endParaRPr lang="en-US" sz="2400" dirty="0">
              <a:solidFill>
                <a:srgbClr val="FFFF00"/>
              </a:solidFill>
              <a:latin typeface="Calibri" panose="020F0502020204030204" pitchFamily="34" charset="0"/>
              <a:ea typeface="Calibri" panose="020F0502020204030204" pitchFamily="34" charset="0"/>
              <a:cs typeface="Calibri" panose="020F0502020204030204" pitchFamily="34" charset="0"/>
            </a:endParaRPr>
          </a:p>
        </p:txBody>
      </p:sp>
      <p:cxnSp>
        <p:nvCxnSpPr>
          <p:cNvPr id="4" name="Straight Connector 3">
            <a:extLst>
              <a:ext uri="{FF2B5EF4-FFF2-40B4-BE49-F238E27FC236}">
                <a16:creationId xmlns:a16="http://schemas.microsoft.com/office/drawing/2014/main" id="{D58AAC0E-5F4D-3FE8-FA9C-30277B10EDF6}"/>
              </a:ext>
            </a:extLst>
          </p:cNvPr>
          <p:cNvCxnSpPr>
            <a:cxnSpLocks/>
          </p:cNvCxnSpPr>
          <p:nvPr/>
        </p:nvCxnSpPr>
        <p:spPr>
          <a:xfrm>
            <a:off x="1828800" y="2857500"/>
            <a:ext cx="44958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87368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85800" y="428692"/>
            <a:ext cx="8218929" cy="689932"/>
          </a:xfrm>
          <a:prstGeom prst="rect">
            <a:avLst/>
          </a:prstGeom>
        </p:spPr>
        <p:txBody>
          <a:bodyPr vert="horz" wrap="square" lIns="0" tIns="12700" rIns="0" bIns="0" rtlCol="0">
            <a:spAutoFit/>
          </a:bodyPr>
          <a:lstStyle/>
          <a:p>
            <a:pPr marL="12700">
              <a:lnSpc>
                <a:spcPct val="100000"/>
              </a:lnSpc>
              <a:spcBef>
                <a:spcPts val="100"/>
              </a:spcBef>
            </a:pPr>
            <a:r>
              <a:rPr lang="en-US" sz="4400" b="1" dirty="0">
                <a:solidFill>
                  <a:srgbClr val="FFFF00"/>
                </a:solidFill>
                <a:latin typeface="Times New Roman" panose="02020603050405020304" pitchFamily="18" charset="0"/>
                <a:cs typeface="Times New Roman" panose="02020603050405020304" pitchFamily="18" charset="0"/>
              </a:rPr>
              <a:t>Modern/ </a:t>
            </a:r>
            <a:r>
              <a:rPr sz="4400" b="1" dirty="0">
                <a:solidFill>
                  <a:srgbClr val="FFFF00"/>
                </a:solidFill>
                <a:latin typeface="Times New Roman" panose="02020603050405020304" pitchFamily="18" charset="0"/>
                <a:cs typeface="Times New Roman" panose="02020603050405020304" pitchFamily="18" charset="0"/>
              </a:rPr>
              <a:t>Discounting</a:t>
            </a:r>
            <a:r>
              <a:rPr sz="4400" b="1" spc="-80" dirty="0">
                <a:solidFill>
                  <a:srgbClr val="FFFF00"/>
                </a:solidFill>
                <a:latin typeface="Times New Roman" panose="02020603050405020304" pitchFamily="18" charset="0"/>
                <a:cs typeface="Times New Roman" panose="02020603050405020304" pitchFamily="18" charset="0"/>
              </a:rPr>
              <a:t> </a:t>
            </a:r>
            <a:r>
              <a:rPr lang="en-US" sz="4400" b="1" spc="-80" dirty="0">
                <a:solidFill>
                  <a:srgbClr val="FFFF00"/>
                </a:solidFill>
                <a:latin typeface="Times New Roman" panose="02020603050405020304" pitchFamily="18" charset="0"/>
                <a:cs typeface="Times New Roman" panose="02020603050405020304" pitchFamily="18" charset="0"/>
              </a:rPr>
              <a:t>Technique</a:t>
            </a:r>
            <a:endParaRPr sz="4400" b="1" dirty="0">
              <a:solidFill>
                <a:srgbClr val="FFFF00"/>
              </a:solidFill>
              <a:latin typeface="Times New Roman" panose="02020603050405020304" pitchFamily="18" charset="0"/>
              <a:cs typeface="Times New Roman" panose="02020603050405020304" pitchFamily="18" charset="0"/>
            </a:endParaRPr>
          </a:p>
        </p:txBody>
      </p:sp>
      <p:sp>
        <p:nvSpPr>
          <p:cNvPr id="4" name="object 4"/>
          <p:cNvSpPr txBox="1"/>
          <p:nvPr/>
        </p:nvSpPr>
        <p:spPr>
          <a:xfrm>
            <a:off x="228600" y="1409700"/>
            <a:ext cx="9296400" cy="5498941"/>
          </a:xfrm>
          <a:prstGeom prst="rect">
            <a:avLst/>
          </a:prstGeom>
        </p:spPr>
        <p:txBody>
          <a:bodyPr vert="horz" wrap="square" lIns="0" tIns="13335" rIns="0" bIns="0" rtlCol="0">
            <a:spAutoFit/>
          </a:bodyPr>
          <a:lstStyle/>
          <a:p>
            <a:pPr marL="469900" indent="-457200">
              <a:spcBef>
                <a:spcPts val="100"/>
              </a:spcBef>
              <a:buFont typeface="Wingdings" panose="05000000000000000000" pitchFamily="2" charset="2"/>
              <a:buChar char="v"/>
              <a:tabLst>
                <a:tab pos="1492250" algn="l"/>
                <a:tab pos="1958975" algn="l"/>
                <a:tab pos="3510279" algn="l"/>
                <a:tab pos="4848860" algn="l"/>
                <a:tab pos="5603240" algn="l"/>
                <a:tab pos="6727825" algn="l"/>
              </a:tabLst>
            </a:pPr>
            <a:r>
              <a:rPr sz="2800" b="1" spc="-25" dirty="0">
                <a:solidFill>
                  <a:srgbClr val="FFFF00"/>
                </a:solidFill>
                <a:uFill>
                  <a:solidFill>
                    <a:srgbClr val="006FC0"/>
                  </a:solidFill>
                </a:uFill>
                <a:latin typeface="Calibri" panose="020F0502020204030204" pitchFamily="34" charset="0"/>
                <a:ea typeface="Calibri" panose="020F0502020204030204" pitchFamily="34" charset="0"/>
                <a:cs typeface="Calibri" panose="020F0502020204030204" pitchFamily="34" charset="0"/>
              </a:rPr>
              <a:t>Net</a:t>
            </a:r>
            <a:r>
              <a:rPr lang="en-US" sz="2800" b="1" spc="-25" dirty="0">
                <a:solidFill>
                  <a:srgbClr val="FFFF00"/>
                </a:solidFill>
                <a:uFill>
                  <a:solidFill>
                    <a:srgbClr val="006FC0"/>
                  </a:solidFill>
                </a:uFill>
                <a:latin typeface="Calibri" panose="020F0502020204030204" pitchFamily="34" charset="0"/>
                <a:ea typeface="Calibri" panose="020F0502020204030204" pitchFamily="34" charset="0"/>
                <a:cs typeface="Calibri" panose="020F0502020204030204" pitchFamily="34" charset="0"/>
              </a:rPr>
              <a:t> </a:t>
            </a:r>
            <a:r>
              <a:rPr sz="2800" b="1" spc="-10" dirty="0">
                <a:solidFill>
                  <a:srgbClr val="FFFF00"/>
                </a:solidFill>
                <a:uFill>
                  <a:solidFill>
                    <a:srgbClr val="006FC0"/>
                  </a:solidFill>
                </a:uFill>
                <a:latin typeface="Calibri" panose="020F0502020204030204" pitchFamily="34" charset="0"/>
                <a:ea typeface="Calibri" panose="020F0502020204030204" pitchFamily="34" charset="0"/>
                <a:cs typeface="Calibri" panose="020F0502020204030204" pitchFamily="34" charset="0"/>
              </a:rPr>
              <a:t>Presen</a:t>
            </a:r>
            <a:r>
              <a:rPr lang="en-US" sz="2800" b="1" spc="-10" dirty="0">
                <a:solidFill>
                  <a:srgbClr val="FFFF00"/>
                </a:solidFill>
                <a:uFill>
                  <a:solidFill>
                    <a:srgbClr val="006FC0"/>
                  </a:solidFill>
                </a:uFill>
                <a:latin typeface="Calibri" panose="020F0502020204030204" pitchFamily="34" charset="0"/>
                <a:ea typeface="Calibri" panose="020F0502020204030204" pitchFamily="34" charset="0"/>
                <a:cs typeface="Calibri" panose="020F0502020204030204" pitchFamily="34" charset="0"/>
              </a:rPr>
              <a:t>t </a:t>
            </a:r>
            <a:r>
              <a:rPr sz="2800" b="1" spc="-20" dirty="0">
                <a:solidFill>
                  <a:srgbClr val="FFFF00"/>
                </a:solidFill>
                <a:uFill>
                  <a:solidFill>
                    <a:srgbClr val="006FC0"/>
                  </a:solidFill>
                </a:uFill>
                <a:latin typeface="Calibri" panose="020F0502020204030204" pitchFamily="34" charset="0"/>
                <a:ea typeface="Calibri" panose="020F0502020204030204" pitchFamily="34" charset="0"/>
                <a:cs typeface="Calibri" panose="020F0502020204030204" pitchFamily="34" charset="0"/>
              </a:rPr>
              <a:t>Value</a:t>
            </a:r>
            <a:r>
              <a:rPr lang="en-US" sz="2800" b="1" spc="-20" dirty="0">
                <a:solidFill>
                  <a:srgbClr val="FFFF00"/>
                </a:solidFill>
                <a:uFill>
                  <a:solidFill>
                    <a:srgbClr val="006FC0"/>
                  </a:solidFill>
                </a:uFill>
                <a:latin typeface="Calibri" panose="020F0502020204030204" pitchFamily="34" charset="0"/>
                <a:ea typeface="Calibri" panose="020F0502020204030204" pitchFamily="34" charset="0"/>
                <a:cs typeface="Calibri" panose="020F0502020204030204" pitchFamily="34" charset="0"/>
              </a:rPr>
              <a:t> </a:t>
            </a:r>
            <a:r>
              <a:rPr sz="2800" b="1" spc="-10" dirty="0">
                <a:solidFill>
                  <a:srgbClr val="FFFF00"/>
                </a:solidFill>
                <a:uFill>
                  <a:solidFill>
                    <a:srgbClr val="006FC0"/>
                  </a:solidFill>
                </a:uFill>
                <a:latin typeface="Calibri" panose="020F0502020204030204" pitchFamily="34" charset="0"/>
                <a:ea typeface="Calibri" panose="020F0502020204030204" pitchFamily="34" charset="0"/>
                <a:cs typeface="Calibri" panose="020F0502020204030204" pitchFamily="34" charset="0"/>
              </a:rPr>
              <a:t>Method</a:t>
            </a:r>
            <a:r>
              <a:rPr lang="en-US" sz="2800" b="1" spc="-10" dirty="0">
                <a:solidFill>
                  <a:srgbClr val="FFFF00"/>
                </a:solidFill>
                <a:uFill>
                  <a:solidFill>
                    <a:srgbClr val="006FC0"/>
                  </a:solidFill>
                </a:uFill>
                <a:latin typeface="Calibri" panose="020F0502020204030204" pitchFamily="34" charset="0"/>
                <a:ea typeface="Calibri" panose="020F0502020204030204" pitchFamily="34" charset="0"/>
                <a:cs typeface="Calibri" panose="020F0502020204030204" pitchFamily="34" charset="0"/>
              </a:rPr>
              <a:t> </a:t>
            </a:r>
            <a:r>
              <a:rPr lang="en-US" sz="2800" spc="-10" dirty="0">
                <a:solidFill>
                  <a:srgbClr val="FFFF00"/>
                </a:solidFill>
                <a:uFill>
                  <a:solidFill>
                    <a:srgbClr val="006FC0"/>
                  </a:solidFill>
                </a:uFill>
                <a:latin typeface="Calibri" panose="020F0502020204030204" pitchFamily="34" charset="0"/>
                <a:ea typeface="Calibri" panose="020F0502020204030204" pitchFamily="34" charset="0"/>
                <a:cs typeface="Calibri" panose="020F0502020204030204" pitchFamily="34" charset="0"/>
              </a:rPr>
              <a:t>– </a:t>
            </a:r>
            <a:r>
              <a:rPr lang="en-US" sz="2400" spc="-10" dirty="0">
                <a:uFill>
                  <a:solidFill>
                    <a:srgbClr val="006FC0"/>
                  </a:solidFill>
                </a:uFill>
                <a:latin typeface="Calibri" panose="020F0502020204030204" pitchFamily="34" charset="0"/>
                <a:ea typeface="Calibri" panose="020F0502020204030204" pitchFamily="34" charset="0"/>
                <a:cs typeface="Calibri" panose="020F0502020204030204" pitchFamily="34" charset="0"/>
              </a:rPr>
              <a:t>It is one of the most popular and reliable methods for the evaluation of an investment </a:t>
            </a:r>
            <a:r>
              <a:rPr lang="en-US" sz="2400" spc="-10" dirty="0">
                <a:latin typeface="Calibri" panose="020F0502020204030204" pitchFamily="34" charset="0"/>
                <a:ea typeface="Calibri" panose="020F0502020204030204" pitchFamily="34" charset="0"/>
                <a:cs typeface="Calibri" panose="020F0502020204030204" pitchFamily="34" charset="0"/>
              </a:rPr>
              <a:t>proposal. </a:t>
            </a:r>
            <a:r>
              <a:rPr lang="en-US" sz="2400" dirty="0">
                <a:latin typeface="Calibri" panose="020F0502020204030204" pitchFamily="34" charset="0"/>
                <a:ea typeface="Calibri" panose="020F0502020204030204" pitchFamily="34" charset="0"/>
                <a:cs typeface="Calibri" panose="020F0502020204030204" pitchFamily="34" charset="0"/>
              </a:rPr>
              <a:t>In this method, the d</a:t>
            </a:r>
            <a:r>
              <a:rPr lang="en-US" altLang="en-US" sz="2400" dirty="0">
                <a:latin typeface="Calibri" panose="020F0502020204030204" pitchFamily="34" charset="0"/>
                <a:ea typeface="Calibri" panose="020F0502020204030204" pitchFamily="34" charset="0"/>
                <a:cs typeface="Calibri" panose="020F0502020204030204" pitchFamily="34" charset="0"/>
              </a:rPr>
              <a:t>ifference between the present value (PV) of cash inflows and the PV of cash outflows is calculated. </a:t>
            </a:r>
            <a:r>
              <a:rPr lang="en-US" sz="2400" spc="-20" dirty="0">
                <a:latin typeface="Calibri" panose="020F0502020204030204" pitchFamily="34" charset="0"/>
                <a:ea typeface="Calibri" panose="020F0502020204030204" pitchFamily="34" charset="0"/>
                <a:cs typeface="Calibri" panose="020F0502020204030204" pitchFamily="34" charset="0"/>
              </a:rPr>
              <a:t>This </a:t>
            </a:r>
            <a:r>
              <a:rPr lang="en-US" sz="2400" spc="-10" dirty="0">
                <a:latin typeface="Calibri" panose="020F0502020204030204" pitchFamily="34" charset="0"/>
                <a:ea typeface="Calibri" panose="020F0502020204030204" pitchFamily="34" charset="0"/>
                <a:cs typeface="Calibri" panose="020F0502020204030204" pitchFamily="34" charset="0"/>
              </a:rPr>
              <a:t>method considers the </a:t>
            </a:r>
            <a:r>
              <a:rPr lang="en-US" sz="2400" dirty="0">
                <a:latin typeface="Calibri" panose="020F0502020204030204" pitchFamily="34" charset="0"/>
                <a:ea typeface="Calibri" panose="020F0502020204030204" pitchFamily="34" charset="0"/>
                <a:cs typeface="Calibri" panose="020F0502020204030204" pitchFamily="34" charset="0"/>
              </a:rPr>
              <a:t>time</a:t>
            </a:r>
            <a:r>
              <a:rPr lang="en-US" sz="2400" spc="-20"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value</a:t>
            </a:r>
            <a:r>
              <a:rPr lang="en-US" sz="2400" spc="-25"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of </a:t>
            </a:r>
            <a:r>
              <a:rPr lang="en-US" sz="2400" spc="-10" dirty="0">
                <a:latin typeface="Calibri" panose="020F0502020204030204" pitchFamily="34" charset="0"/>
                <a:ea typeface="Calibri" panose="020F0502020204030204" pitchFamily="34" charset="0"/>
                <a:cs typeface="Calibri" panose="020F0502020204030204" pitchFamily="34" charset="0"/>
              </a:rPr>
              <a:t>money.  </a:t>
            </a:r>
            <a:endParaRPr lang="en-US" sz="2400" dirty="0">
              <a:latin typeface="Calibri" panose="020F0502020204030204" pitchFamily="34" charset="0"/>
              <a:ea typeface="Calibri" panose="020F0502020204030204" pitchFamily="34" charset="0"/>
              <a:cs typeface="Calibri" panose="020F0502020204030204" pitchFamily="34" charset="0"/>
            </a:endParaRPr>
          </a:p>
          <a:p>
            <a:pPr marL="94615">
              <a:lnSpc>
                <a:spcPct val="100000"/>
              </a:lnSpc>
              <a:spcBef>
                <a:spcPts val="615"/>
              </a:spcBef>
              <a:tabLst>
                <a:tab pos="4001135" algn="l"/>
              </a:tabLst>
            </a:pPr>
            <a:r>
              <a:rPr lang="en-US" sz="2400" dirty="0">
                <a:latin typeface="Calibri" panose="020F0502020204030204" pitchFamily="34" charset="0"/>
                <a:ea typeface="Calibri" panose="020F0502020204030204" pitchFamily="34" charset="0"/>
                <a:cs typeface="Calibri" panose="020F0502020204030204" pitchFamily="34" charset="0"/>
              </a:rPr>
              <a:t>                   </a:t>
            </a:r>
          </a:p>
          <a:p>
            <a:pPr marL="94615">
              <a:lnSpc>
                <a:spcPct val="100000"/>
              </a:lnSpc>
              <a:spcBef>
                <a:spcPts val="615"/>
              </a:spcBef>
              <a:tabLst>
                <a:tab pos="4001135" algn="l"/>
              </a:tabLst>
            </a:pPr>
            <a:r>
              <a:rPr lang="en-US" sz="2400" b="1" dirty="0">
                <a:latin typeface="Calibri" panose="020F0502020204030204" pitchFamily="34" charset="0"/>
                <a:ea typeface="Calibri" panose="020F0502020204030204" pitchFamily="34" charset="0"/>
                <a:cs typeface="Calibri" panose="020F0502020204030204" pitchFamily="34" charset="0"/>
              </a:rPr>
              <a:t>               NPV =</a:t>
            </a:r>
            <a:r>
              <a:rPr lang="en-US" sz="2400" b="1" spc="-15"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PV</a:t>
            </a:r>
            <a:r>
              <a:rPr lang="en-US" sz="2400" b="1" spc="-60"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of</a:t>
            </a:r>
            <a:r>
              <a:rPr lang="en-US" sz="2400" b="1" spc="-15" dirty="0">
                <a:latin typeface="Calibri" panose="020F0502020204030204" pitchFamily="34" charset="0"/>
                <a:ea typeface="Calibri" panose="020F0502020204030204" pitchFamily="34" charset="0"/>
                <a:cs typeface="Calibri" panose="020F0502020204030204" pitchFamily="34" charset="0"/>
              </a:rPr>
              <a:t> Cash I</a:t>
            </a:r>
            <a:r>
              <a:rPr lang="en-US" sz="2400" b="1" dirty="0">
                <a:latin typeface="Calibri" panose="020F0502020204030204" pitchFamily="34" charset="0"/>
                <a:ea typeface="Calibri" panose="020F0502020204030204" pitchFamily="34" charset="0"/>
                <a:cs typeface="Calibri" panose="020F0502020204030204" pitchFamily="34" charset="0"/>
              </a:rPr>
              <a:t>nflows-</a:t>
            </a:r>
            <a:r>
              <a:rPr lang="en-US" sz="2400" b="1" spc="-20"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PV</a:t>
            </a:r>
            <a:r>
              <a:rPr lang="en-US" sz="2400" b="1" spc="-45" dirty="0">
                <a:latin typeface="Calibri" panose="020F0502020204030204" pitchFamily="34" charset="0"/>
                <a:ea typeface="Calibri" panose="020F0502020204030204" pitchFamily="34" charset="0"/>
                <a:cs typeface="Calibri" panose="020F0502020204030204" pitchFamily="34" charset="0"/>
              </a:rPr>
              <a:t> </a:t>
            </a:r>
            <a:r>
              <a:rPr lang="en-US" sz="2400" b="1" spc="-25" dirty="0">
                <a:latin typeface="Calibri" panose="020F0502020204030204" pitchFamily="34" charset="0"/>
                <a:ea typeface="Calibri" panose="020F0502020204030204" pitchFamily="34" charset="0"/>
                <a:cs typeface="Calibri" panose="020F0502020204030204" pitchFamily="34" charset="0"/>
              </a:rPr>
              <a:t>of Cash </a:t>
            </a:r>
            <a:r>
              <a:rPr lang="en-US" sz="2400" b="1" spc="-10" dirty="0">
                <a:latin typeface="Calibri" panose="020F0502020204030204" pitchFamily="34" charset="0"/>
                <a:ea typeface="Calibri" panose="020F0502020204030204" pitchFamily="34" charset="0"/>
                <a:cs typeface="Calibri" panose="020F0502020204030204" pitchFamily="34" charset="0"/>
              </a:rPr>
              <a:t>Outflows</a:t>
            </a:r>
            <a:endParaRPr lang="en-US" sz="2400" b="1" dirty="0">
              <a:latin typeface="Calibri" panose="020F0502020204030204" pitchFamily="34" charset="0"/>
              <a:ea typeface="Calibri" panose="020F0502020204030204" pitchFamily="34" charset="0"/>
              <a:cs typeface="Calibri" panose="020F0502020204030204" pitchFamily="34" charset="0"/>
            </a:endParaRPr>
          </a:p>
          <a:p>
            <a:r>
              <a:rPr lang="en-US" sz="2400" b="1" dirty="0">
                <a:latin typeface="Calibri" panose="020F0502020204030204" pitchFamily="34" charset="0"/>
                <a:ea typeface="Calibri" panose="020F0502020204030204" pitchFamily="34" charset="0"/>
                <a:cs typeface="Calibri" panose="020F0502020204030204" pitchFamily="34" charset="0"/>
              </a:rPr>
              <a:t>       </a:t>
            </a:r>
          </a:p>
          <a:p>
            <a:r>
              <a:rPr lang="en-US" sz="2400" b="1" dirty="0">
                <a:latin typeface="Calibri" panose="020F0502020204030204" pitchFamily="34" charset="0"/>
                <a:ea typeface="Calibri" panose="020F0502020204030204" pitchFamily="34" charset="0"/>
                <a:cs typeface="Calibri" panose="020F0502020204030204" pitchFamily="34" charset="0"/>
              </a:rPr>
              <a:t>       Decision Rule:</a:t>
            </a:r>
          </a:p>
          <a:p>
            <a:pPr lvl="1"/>
            <a:r>
              <a:rPr lang="en-US" sz="2400" dirty="0">
                <a:latin typeface="Calibri" panose="020F0502020204030204" pitchFamily="34" charset="0"/>
                <a:ea typeface="Calibri" panose="020F0502020204030204" pitchFamily="34" charset="0"/>
                <a:cs typeface="Calibri" panose="020F0502020204030204" pitchFamily="34" charset="0"/>
              </a:rPr>
              <a:t>     Accept if </a:t>
            </a:r>
            <a:r>
              <a:rPr lang="en-US" sz="2400" b="1" dirty="0">
                <a:latin typeface="Calibri" panose="020F0502020204030204" pitchFamily="34" charset="0"/>
                <a:ea typeface="Calibri" panose="020F0502020204030204" pitchFamily="34" charset="0"/>
                <a:cs typeface="Calibri" panose="020F0502020204030204" pitchFamily="34" charset="0"/>
              </a:rPr>
              <a:t>NPV &gt; 0</a:t>
            </a:r>
            <a:r>
              <a:rPr lang="en-US" sz="2400" dirty="0">
                <a:latin typeface="Calibri" panose="020F0502020204030204" pitchFamily="34" charset="0"/>
                <a:ea typeface="Calibri" panose="020F0502020204030204" pitchFamily="34" charset="0"/>
                <a:cs typeface="Calibri" panose="020F0502020204030204" pitchFamily="34" charset="0"/>
              </a:rPr>
              <a:t> (profitable)</a:t>
            </a:r>
          </a:p>
          <a:p>
            <a:pPr lvl="1"/>
            <a:r>
              <a:rPr lang="en-US" sz="2400" dirty="0">
                <a:latin typeface="Calibri" panose="020F0502020204030204" pitchFamily="34" charset="0"/>
                <a:ea typeface="Calibri" panose="020F0502020204030204" pitchFamily="34" charset="0"/>
                <a:cs typeface="Calibri" panose="020F0502020204030204" pitchFamily="34" charset="0"/>
              </a:rPr>
              <a:t>     Reject if </a:t>
            </a:r>
            <a:r>
              <a:rPr lang="en-US" sz="2400" b="1" dirty="0">
                <a:latin typeface="Calibri" panose="020F0502020204030204" pitchFamily="34" charset="0"/>
                <a:ea typeface="Calibri" panose="020F0502020204030204" pitchFamily="34" charset="0"/>
                <a:cs typeface="Calibri" panose="020F0502020204030204" pitchFamily="34" charset="0"/>
              </a:rPr>
              <a:t>NPV &lt; 0</a:t>
            </a:r>
          </a:p>
          <a:p>
            <a:pPr lvl="1"/>
            <a:r>
              <a:rPr lang="en-US" sz="2400" b="1"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Indifferent if </a:t>
            </a:r>
            <a:r>
              <a:rPr lang="en-US" sz="2400" b="1" dirty="0">
                <a:latin typeface="Calibri" panose="020F0502020204030204" pitchFamily="34" charset="0"/>
                <a:ea typeface="Calibri" panose="020F0502020204030204" pitchFamily="34" charset="0"/>
                <a:cs typeface="Calibri" panose="020F0502020204030204" pitchFamily="34" charset="0"/>
              </a:rPr>
              <a:t>NPV = 0</a:t>
            </a:r>
          </a:p>
          <a:p>
            <a:pPr marL="468000"/>
            <a:endParaRPr lang="en-US" sz="2400" dirty="0">
              <a:latin typeface="Calibri" panose="020F0502020204030204" pitchFamily="34" charset="0"/>
              <a:ea typeface="Calibri" panose="020F0502020204030204" pitchFamily="34" charset="0"/>
              <a:cs typeface="Calibri" panose="020F0502020204030204" pitchFamily="34" charset="0"/>
            </a:endParaRPr>
          </a:p>
          <a:p>
            <a:pPr marL="8890" marR="84455">
              <a:lnSpc>
                <a:spcPct val="118800"/>
              </a:lnSpc>
              <a:spcBef>
                <a:spcPts val="35"/>
              </a:spcBef>
              <a:buSzPct val="96153"/>
              <a:tabLst>
                <a:tab pos="317500" algn="l"/>
                <a:tab pos="4928235" algn="l"/>
                <a:tab pos="6410960" algn="l"/>
              </a:tabLst>
            </a:pPr>
            <a:endParaRPr lang="en-US" sz="2800" dirty="0">
              <a:latin typeface="Times New Roman"/>
              <a:cs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D21FBE-3F8D-95FC-E876-C095A456AF59}"/>
              </a:ext>
            </a:extLst>
          </p:cNvPr>
          <p:cNvSpPr>
            <a:spLocks noGrp="1"/>
          </p:cNvSpPr>
          <p:nvPr>
            <p:ph type="title"/>
          </p:nvPr>
        </p:nvSpPr>
        <p:spPr>
          <a:xfrm>
            <a:off x="762001" y="497991"/>
            <a:ext cx="7532098" cy="835510"/>
          </a:xfrm>
        </p:spPr>
        <p:txBody>
          <a:bodyPr/>
          <a:lstStyle/>
          <a:p>
            <a:r>
              <a:rPr lang="en-US" sz="3600" b="1" dirty="0">
                <a:solidFill>
                  <a:srgbClr val="FFFF00"/>
                </a:solidFill>
                <a:latin typeface="Times New Roman" panose="02020603050405020304" pitchFamily="18" charset="0"/>
                <a:cs typeface="Times New Roman" panose="02020603050405020304" pitchFamily="18" charset="0"/>
              </a:rPr>
              <a:t>Merits of Net Present Value Method</a:t>
            </a:r>
            <a:endParaRPr lang="en-US" sz="3600" dirty="0"/>
          </a:p>
        </p:txBody>
      </p:sp>
      <p:sp>
        <p:nvSpPr>
          <p:cNvPr id="3" name="Content Placeholder 2">
            <a:extLst>
              <a:ext uri="{FF2B5EF4-FFF2-40B4-BE49-F238E27FC236}">
                <a16:creationId xmlns:a16="http://schemas.microsoft.com/office/drawing/2014/main" id="{E6BC761D-865F-9F0A-CA52-2A3F573CC2AB}"/>
              </a:ext>
            </a:extLst>
          </p:cNvPr>
          <p:cNvSpPr>
            <a:spLocks noGrp="1"/>
          </p:cNvSpPr>
          <p:nvPr>
            <p:ph idx="1"/>
          </p:nvPr>
        </p:nvSpPr>
        <p:spPr>
          <a:xfrm>
            <a:off x="381000" y="1485900"/>
            <a:ext cx="8915400" cy="5387347"/>
          </a:xfrm>
        </p:spPr>
        <p:txBody>
          <a:bodyPr>
            <a:normAutofit/>
          </a:bodyPr>
          <a:lstStyle/>
          <a:p>
            <a:pPr lvl="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This method recognizes the time value of money. Cash inflows arising at different time intervals are discounted to present values. </a:t>
            </a:r>
          </a:p>
          <a:p>
            <a:pPr lvl="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This method recognizes the risk involved in the project with the help of the discount rate.</a:t>
            </a:r>
          </a:p>
          <a:p>
            <a:pPr lvl="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This method is best for mutually exclusive projects where only one project is to be selected among many.</a:t>
            </a:r>
          </a:p>
          <a:p>
            <a:pPr lvl="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This method is considered best for wealth maximization of shareholders as it is based on cash inflow rather than accounting profit.</a:t>
            </a:r>
          </a:p>
          <a:p>
            <a:pPr lvl="0" algn="just">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It considers total benefits arising out of the project till the end of the project.</a:t>
            </a:r>
          </a:p>
          <a:p>
            <a:endParaRPr lang="en-US" dirty="0"/>
          </a:p>
        </p:txBody>
      </p:sp>
    </p:spTree>
    <p:extLst>
      <p:ext uri="{BB962C8B-B14F-4D97-AF65-F5344CB8AC3E}">
        <p14:creationId xmlns:p14="http://schemas.microsoft.com/office/powerpoint/2010/main" val="4032179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DFB7A-F42B-46EA-3F45-5342B0CB6D40}"/>
              </a:ext>
            </a:extLst>
          </p:cNvPr>
          <p:cNvSpPr>
            <a:spLocks noGrp="1"/>
          </p:cNvSpPr>
          <p:nvPr>
            <p:ph type="title"/>
          </p:nvPr>
        </p:nvSpPr>
        <p:spPr>
          <a:xfrm>
            <a:off x="761999" y="497991"/>
            <a:ext cx="8077201" cy="759310"/>
          </a:xfrm>
        </p:spPr>
        <p:txBody>
          <a:bodyPr/>
          <a:lstStyle/>
          <a:p>
            <a:r>
              <a:rPr lang="en-US" sz="3600" b="1" dirty="0">
                <a:solidFill>
                  <a:srgbClr val="FFFF00"/>
                </a:solidFill>
                <a:latin typeface="Times New Roman" panose="02020603050405020304" pitchFamily="18" charset="0"/>
                <a:cs typeface="Times New Roman" panose="02020603050405020304" pitchFamily="18" charset="0"/>
              </a:rPr>
              <a:t>Demerits of Net Present Value Method</a:t>
            </a:r>
            <a:endParaRPr lang="en-US" sz="3600" dirty="0"/>
          </a:p>
        </p:txBody>
      </p:sp>
      <p:sp>
        <p:nvSpPr>
          <p:cNvPr id="3" name="Content Placeholder 2">
            <a:extLst>
              <a:ext uri="{FF2B5EF4-FFF2-40B4-BE49-F238E27FC236}">
                <a16:creationId xmlns:a16="http://schemas.microsoft.com/office/drawing/2014/main" id="{3EEE0C9C-7C14-F614-7A61-B74463F8B6A0}"/>
              </a:ext>
            </a:extLst>
          </p:cNvPr>
          <p:cNvSpPr>
            <a:spLocks noGrp="1"/>
          </p:cNvSpPr>
          <p:nvPr>
            <p:ph idx="1"/>
          </p:nvPr>
        </p:nvSpPr>
        <p:spPr>
          <a:xfrm>
            <a:off x="457200" y="1638300"/>
            <a:ext cx="9144000" cy="5234947"/>
          </a:xfrm>
        </p:spPr>
        <p:txBody>
          <a:bodyPr/>
          <a:lstStyle/>
          <a:p>
            <a:pPr lvl="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It requires difficult calculation.</a:t>
            </a:r>
          </a:p>
          <a:p>
            <a:pPr lvl="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The NPV technique requires the predetermination of the required rate of return, which itself is a difficult job. If that rate is not correctly taken, then the whole exercise of NPV may give a wrong result.</a:t>
            </a:r>
          </a:p>
          <a:p>
            <a:pPr lvl="0">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It does not provide a measure of the project's own rate of return; rather, it evaluates a proposal against an external variable, i.e., the minimum rate of return.</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This method may not provide satisfactory results in case of projects having different amounts of investment and different economic lives</a:t>
            </a:r>
            <a:r>
              <a:rPr lang="en-US" dirty="0"/>
              <a:t>.</a:t>
            </a:r>
          </a:p>
          <a:p>
            <a:pPr marL="0" indent="0">
              <a:buNone/>
            </a:pPr>
            <a:endParaRPr lang="en-US" dirty="0"/>
          </a:p>
        </p:txBody>
      </p:sp>
    </p:spTree>
    <p:extLst>
      <p:ext uri="{BB962C8B-B14F-4D97-AF65-F5344CB8AC3E}">
        <p14:creationId xmlns:p14="http://schemas.microsoft.com/office/powerpoint/2010/main" val="259925779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533400" y="1028700"/>
            <a:ext cx="8763000" cy="5679119"/>
          </a:xfrm>
          <a:prstGeom prst="rect">
            <a:avLst/>
          </a:prstGeom>
        </p:spPr>
        <p:txBody>
          <a:bodyPr vert="horz" wrap="square" lIns="0" tIns="13335" rIns="0" bIns="0" rtlCol="0">
            <a:spAutoFit/>
          </a:bodyPr>
          <a:lstStyle/>
          <a:p>
            <a:pPr marL="469900" marR="5080" indent="-457200" algn="just">
              <a:lnSpc>
                <a:spcPct val="100000"/>
              </a:lnSpc>
              <a:spcBef>
                <a:spcPts val="105"/>
              </a:spcBef>
              <a:buFont typeface="Wingdings" panose="05000000000000000000" pitchFamily="2" charset="2"/>
              <a:buChar char="v"/>
            </a:pPr>
            <a:r>
              <a:rPr sz="2800" b="1" dirty="0">
                <a:solidFill>
                  <a:srgbClr val="FFFF00"/>
                </a:solidFill>
                <a:uFill>
                  <a:solidFill>
                    <a:srgbClr val="375F92"/>
                  </a:solidFill>
                </a:uFill>
                <a:latin typeface="Calibri" panose="020F0502020204030204" pitchFamily="34" charset="0"/>
                <a:ea typeface="Calibri" panose="020F0502020204030204" pitchFamily="34" charset="0"/>
                <a:cs typeface="Calibri" panose="020F0502020204030204" pitchFamily="34" charset="0"/>
              </a:rPr>
              <a:t>Profitability Index</a:t>
            </a:r>
            <a:r>
              <a:rPr sz="2800" b="1" spc="10" dirty="0">
                <a:solidFill>
                  <a:srgbClr val="FFFF00"/>
                </a:solidFill>
                <a:uFill>
                  <a:solidFill>
                    <a:srgbClr val="375F92"/>
                  </a:solidFill>
                </a:uFill>
                <a:latin typeface="Calibri" panose="020F0502020204030204" pitchFamily="34" charset="0"/>
                <a:ea typeface="Calibri" panose="020F0502020204030204" pitchFamily="34" charset="0"/>
                <a:cs typeface="Calibri" panose="020F0502020204030204" pitchFamily="34" charset="0"/>
              </a:rPr>
              <a:t> </a:t>
            </a:r>
            <a:r>
              <a:rPr sz="2800" b="1" dirty="0">
                <a:solidFill>
                  <a:srgbClr val="FFFF00"/>
                </a:solidFill>
                <a:uFill>
                  <a:solidFill>
                    <a:srgbClr val="375F92"/>
                  </a:solidFill>
                </a:uFill>
                <a:latin typeface="Calibri" panose="020F0502020204030204" pitchFamily="34" charset="0"/>
                <a:ea typeface="Calibri" panose="020F0502020204030204" pitchFamily="34" charset="0"/>
                <a:cs typeface="Calibri" panose="020F0502020204030204" pitchFamily="34" charset="0"/>
              </a:rPr>
              <a:t>Method</a:t>
            </a:r>
            <a:r>
              <a:rPr sz="2800" b="1" spc="5" dirty="0">
                <a:solidFill>
                  <a:srgbClr val="FFFF00"/>
                </a:solidFill>
                <a:uFill>
                  <a:solidFill>
                    <a:srgbClr val="375F92"/>
                  </a:solidFill>
                </a:uFill>
                <a:latin typeface="Calibri" panose="020F0502020204030204" pitchFamily="34" charset="0"/>
                <a:ea typeface="Calibri" panose="020F0502020204030204" pitchFamily="34" charset="0"/>
                <a:cs typeface="Calibri" panose="020F0502020204030204" pitchFamily="34" charset="0"/>
              </a:rPr>
              <a:t> </a:t>
            </a:r>
            <a:r>
              <a:rPr lang="en-US" sz="2400" b="1" dirty="0">
                <a:solidFill>
                  <a:srgbClr val="FFFF00"/>
                </a:solidFill>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This method is closely related to NPV as it measures the ratio of the present value of Cash Inflows to the present value of Cash Outflows. This method is also known as Benefit-Cost Ratio Method. </a:t>
            </a:r>
          </a:p>
          <a:p>
            <a:pPr marL="12700" marR="5080" algn="just">
              <a:lnSpc>
                <a:spcPct val="100000"/>
              </a:lnSpc>
              <a:spcBef>
                <a:spcPts val="105"/>
              </a:spcBef>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12700" marR="5080" algn="just">
              <a:lnSpc>
                <a:spcPct val="100000"/>
              </a:lnSpc>
              <a:spcBef>
                <a:spcPts val="105"/>
              </a:spcBef>
            </a:pPr>
            <a:endParaRPr lang="en-US" sz="2400" dirty="0">
              <a:latin typeface="Calibri" panose="020F0502020204030204" pitchFamily="34" charset="0"/>
              <a:ea typeface="Calibri" panose="020F0502020204030204" pitchFamily="34" charset="0"/>
              <a:cs typeface="Calibri" panose="020F0502020204030204" pitchFamily="34" charset="0"/>
            </a:endParaRPr>
          </a:p>
          <a:p>
            <a:pPr marL="12700" marR="5080" algn="just">
              <a:spcBef>
                <a:spcPts val="105"/>
              </a:spcBef>
            </a:pPr>
            <a:r>
              <a:rPr lang="en-US" sz="2400" dirty="0">
                <a:latin typeface="Calibri" panose="020F0502020204030204" pitchFamily="34" charset="0"/>
                <a:ea typeface="Calibri" panose="020F0502020204030204" pitchFamily="34" charset="0"/>
                <a:cs typeface="Calibri" panose="020F0502020204030204" pitchFamily="34" charset="0"/>
              </a:rPr>
              <a:t>                  Profitability</a:t>
            </a:r>
            <a:r>
              <a:rPr lang="en-US" sz="2400" spc="-30" dirty="0">
                <a:latin typeface="Calibri" panose="020F0502020204030204" pitchFamily="34" charset="0"/>
                <a:ea typeface="Calibri" panose="020F0502020204030204" pitchFamily="34" charset="0"/>
                <a:cs typeface="Calibri" panose="020F0502020204030204" pitchFamily="34" charset="0"/>
              </a:rPr>
              <a:t> </a:t>
            </a:r>
            <a:r>
              <a:rPr lang="en-US" sz="2400" spc="-10" dirty="0">
                <a:latin typeface="Calibri" panose="020F0502020204030204" pitchFamily="34" charset="0"/>
                <a:ea typeface="Calibri" panose="020F0502020204030204" pitchFamily="34" charset="0"/>
                <a:cs typeface="Calibri" panose="020F0502020204030204" pitchFamily="34" charset="0"/>
              </a:rPr>
              <a:t>Index</a:t>
            </a:r>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spc="-50"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PV of Cash Inflows</a:t>
            </a:r>
          </a:p>
          <a:p>
            <a:pPr marL="12700" marR="5080" algn="just">
              <a:spcBef>
                <a:spcPts val="105"/>
              </a:spcBef>
            </a:pPr>
            <a:r>
              <a:rPr lang="en-US" sz="2400" dirty="0">
                <a:latin typeface="Calibri" panose="020F0502020204030204" pitchFamily="34" charset="0"/>
                <a:ea typeface="Calibri" panose="020F0502020204030204" pitchFamily="34" charset="0"/>
                <a:cs typeface="Calibri" panose="020F0502020204030204" pitchFamily="34" charset="0"/>
              </a:rPr>
              <a:t>                                                          PV of Cash Outflows</a:t>
            </a:r>
          </a:p>
          <a:p>
            <a:pPr lvl="0" defTabSz="914400" eaLnBrk="0" fontAlgn="base" hangingPunct="0">
              <a:spcBef>
                <a:spcPct val="0"/>
              </a:spcBef>
              <a:spcAft>
                <a:spcPct val="0"/>
              </a:spcAft>
            </a:pPr>
            <a:r>
              <a:rPr lang="en-US" altLang="en-US" sz="2400" b="1" dirty="0">
                <a:latin typeface="Calibri" panose="020F0502020204030204" pitchFamily="34" charset="0"/>
                <a:ea typeface="Calibri" panose="020F0502020204030204" pitchFamily="34" charset="0"/>
                <a:cs typeface="Calibri" panose="020F0502020204030204" pitchFamily="34" charset="0"/>
              </a:rPr>
              <a:t>     </a:t>
            </a:r>
          </a:p>
          <a:p>
            <a:pPr lvl="0" defTabSz="914400" eaLnBrk="0" fontAlgn="base" hangingPunct="0">
              <a:spcBef>
                <a:spcPct val="0"/>
              </a:spcBef>
              <a:spcAft>
                <a:spcPct val="0"/>
              </a:spcAft>
            </a:pPr>
            <a:r>
              <a:rPr lang="en-US" altLang="en-US" sz="2400" b="1" dirty="0">
                <a:latin typeface="Calibri" panose="020F0502020204030204" pitchFamily="34" charset="0"/>
                <a:ea typeface="Calibri" panose="020F0502020204030204" pitchFamily="34" charset="0"/>
                <a:cs typeface="Calibri" panose="020F0502020204030204" pitchFamily="34" charset="0"/>
              </a:rPr>
              <a:t>       Decision Rule</a:t>
            </a:r>
            <a:r>
              <a:rPr lang="en-US" altLang="en-US" sz="2400" dirty="0">
                <a:latin typeface="Calibri" panose="020F0502020204030204" pitchFamily="34" charset="0"/>
                <a:ea typeface="Calibri" panose="020F0502020204030204" pitchFamily="34" charset="0"/>
                <a:cs typeface="Calibri" panose="020F0502020204030204" pitchFamily="34" charset="0"/>
              </a:rPr>
              <a:t>:</a:t>
            </a:r>
          </a:p>
          <a:p>
            <a:pPr lvl="0" defTabSz="914400" eaLnBrk="0" fontAlgn="base" hangingPunct="0">
              <a:spcBef>
                <a:spcPct val="0"/>
              </a:spcBef>
              <a:spcAft>
                <a:spcPct val="0"/>
              </a:spcAft>
            </a:pPr>
            <a:r>
              <a:rPr lang="en-US" altLang="en-US" sz="2400" dirty="0">
                <a:latin typeface="Calibri" panose="020F0502020204030204" pitchFamily="34" charset="0"/>
                <a:ea typeface="Calibri" panose="020F0502020204030204" pitchFamily="34" charset="0"/>
                <a:cs typeface="Calibri" panose="020F0502020204030204" pitchFamily="34" charset="0"/>
              </a:rPr>
              <a:t>           Accept if </a:t>
            </a:r>
            <a:r>
              <a:rPr lang="en-US" altLang="en-US" sz="2400" b="1" dirty="0">
                <a:latin typeface="Calibri" panose="020F0502020204030204" pitchFamily="34" charset="0"/>
                <a:ea typeface="Calibri" panose="020F0502020204030204" pitchFamily="34" charset="0"/>
                <a:cs typeface="Calibri" panose="020F0502020204030204" pitchFamily="34" charset="0"/>
              </a:rPr>
              <a:t>PI &gt; 1 </a:t>
            </a:r>
            <a:r>
              <a:rPr lang="en-US" altLang="en-US" sz="2400" dirty="0">
                <a:latin typeface="Calibri" panose="020F0502020204030204" pitchFamily="34" charset="0"/>
                <a:ea typeface="Calibri" panose="020F0502020204030204" pitchFamily="34" charset="0"/>
                <a:cs typeface="Calibri" panose="020F0502020204030204" pitchFamily="34" charset="0"/>
              </a:rPr>
              <a:t>(Profitable)</a:t>
            </a:r>
          </a:p>
          <a:p>
            <a:pPr lvl="0" defTabSz="914400" eaLnBrk="0" fontAlgn="base" hangingPunct="0">
              <a:spcBef>
                <a:spcPct val="0"/>
              </a:spcBef>
              <a:spcAft>
                <a:spcPct val="0"/>
              </a:spcAft>
            </a:pPr>
            <a:r>
              <a:rPr lang="en-US" altLang="en-US" sz="2400" dirty="0">
                <a:latin typeface="Calibri" panose="020F0502020204030204" pitchFamily="34" charset="0"/>
                <a:ea typeface="Calibri" panose="020F0502020204030204" pitchFamily="34" charset="0"/>
                <a:cs typeface="Calibri" panose="020F0502020204030204" pitchFamily="34" charset="0"/>
              </a:rPr>
              <a:t>           Reject if </a:t>
            </a:r>
            <a:r>
              <a:rPr lang="en-US" altLang="en-US" sz="2400" b="1" dirty="0">
                <a:latin typeface="Calibri" panose="020F0502020204030204" pitchFamily="34" charset="0"/>
                <a:ea typeface="Calibri" panose="020F0502020204030204" pitchFamily="34" charset="0"/>
                <a:cs typeface="Calibri" panose="020F0502020204030204" pitchFamily="34" charset="0"/>
              </a:rPr>
              <a:t>PI &lt; 1</a:t>
            </a:r>
          </a:p>
          <a:p>
            <a:pPr defTabSz="914400" eaLnBrk="0" fontAlgn="base" hangingPunct="0">
              <a:spcBef>
                <a:spcPct val="0"/>
              </a:spcBef>
              <a:spcAft>
                <a:spcPct val="0"/>
              </a:spcAft>
            </a:pPr>
            <a:r>
              <a:rPr lang="en-US" altLang="en-US" sz="2400" b="1"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Indifferent if </a:t>
            </a:r>
            <a:r>
              <a:rPr lang="en-US" sz="2400" b="1" dirty="0">
                <a:latin typeface="Calibri" panose="020F0502020204030204" pitchFamily="34" charset="0"/>
                <a:ea typeface="Calibri" panose="020F0502020204030204" pitchFamily="34" charset="0"/>
                <a:cs typeface="Calibri" panose="020F0502020204030204" pitchFamily="34" charset="0"/>
              </a:rPr>
              <a:t>PI = 0</a:t>
            </a:r>
          </a:p>
          <a:p>
            <a:pPr defTabSz="914400" eaLnBrk="0" fontAlgn="base" hangingPunct="0">
              <a:spcBef>
                <a:spcPct val="0"/>
              </a:spcBef>
              <a:spcAft>
                <a:spcPct val="0"/>
              </a:spcAft>
            </a:pP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pPr marL="12700" marR="5080" algn="just">
              <a:spcBef>
                <a:spcPts val="105"/>
              </a:spcBef>
            </a:pPr>
            <a:endParaRPr lang="en-US" sz="2400" dirty="0">
              <a:latin typeface="Calibri" panose="020F0502020204030204" pitchFamily="34" charset="0"/>
              <a:ea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id="{11D924BE-9B49-E9C1-B46A-83ACCEB2B7A0}"/>
              </a:ext>
            </a:extLst>
          </p:cNvPr>
          <p:cNvCxnSpPr>
            <a:cxnSpLocks/>
          </p:cNvCxnSpPr>
          <p:nvPr/>
        </p:nvCxnSpPr>
        <p:spPr>
          <a:xfrm>
            <a:off x="4419600" y="3695700"/>
            <a:ext cx="27432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B154208-7632-07D1-C221-68BF3C5CDAD3}"/>
              </a:ext>
            </a:extLst>
          </p:cNvPr>
          <p:cNvSpPr>
            <a:spLocks noGrp="1"/>
          </p:cNvSpPr>
          <p:nvPr>
            <p:ph idx="1"/>
          </p:nvPr>
        </p:nvSpPr>
        <p:spPr>
          <a:xfrm>
            <a:off x="609600" y="571500"/>
            <a:ext cx="8534400" cy="6377947"/>
          </a:xfrm>
        </p:spPr>
        <p:txBody>
          <a:bodyPr>
            <a:normAutofit fontScale="32500" lnSpcReduction="20000"/>
          </a:bodyPr>
          <a:lstStyle/>
          <a:p>
            <a:pPr marL="0" indent="0">
              <a:buNone/>
            </a:pPr>
            <a:r>
              <a:rPr lang="en-US" sz="8600" b="1" dirty="0">
                <a:solidFill>
                  <a:srgbClr val="FFFF00"/>
                </a:solidFill>
                <a:latin typeface="Times New Roman" panose="02020603050405020304" pitchFamily="18" charset="0"/>
                <a:cs typeface="Times New Roman" panose="02020603050405020304" pitchFamily="18" charset="0"/>
              </a:rPr>
              <a:t>    </a:t>
            </a:r>
            <a:r>
              <a:rPr lang="en-US" sz="11100" b="1" dirty="0">
                <a:solidFill>
                  <a:srgbClr val="FFFF00"/>
                </a:solidFill>
                <a:latin typeface="Times New Roman" panose="02020603050405020304" pitchFamily="18" charset="0"/>
                <a:cs typeface="Times New Roman" panose="02020603050405020304" pitchFamily="18" charset="0"/>
              </a:rPr>
              <a:t>Merits of Profitability Index Method</a:t>
            </a:r>
          </a:p>
          <a:p>
            <a:pPr marL="0" indent="0">
              <a:buNone/>
            </a:pPr>
            <a:endParaRPr lang="en-US" sz="5500" b="1" dirty="0">
              <a:solidFill>
                <a:srgbClr val="FFFF00"/>
              </a:solidFill>
              <a:latin typeface="Times New Roman" panose="02020603050405020304" pitchFamily="18" charset="0"/>
              <a:cs typeface="Times New Roman" panose="02020603050405020304" pitchFamily="18" charset="0"/>
            </a:endParaRPr>
          </a:p>
          <a:p>
            <a:pPr marL="0" lvl="0" indent="0" defTabSz="914400" eaLnBrk="0" fontAlgn="base" hangingPunct="0">
              <a:spcBef>
                <a:spcPct val="0"/>
              </a:spcBef>
              <a:spcAft>
                <a:spcPct val="0"/>
              </a:spcAft>
              <a:buClrTx/>
              <a:buSzTx/>
              <a:buNone/>
            </a:pPr>
            <a:endParaRPr lang="en-US" altLang="en-US" sz="2400" b="1"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7400" dirty="0">
                <a:latin typeface="Calibri" panose="020F0502020204030204" pitchFamily="34" charset="0"/>
                <a:ea typeface="Calibri" panose="020F0502020204030204" pitchFamily="34" charset="0"/>
                <a:cs typeface="Calibri" panose="020F0502020204030204" pitchFamily="34" charset="0"/>
              </a:rPr>
              <a:t>It is superior to NPV method as it gives due consideration to the time value of money and cost involved in the project.</a:t>
            </a:r>
          </a:p>
          <a:p>
            <a:pPr>
              <a:buFont typeface="Arial" panose="020B0604020202020204" pitchFamily="34" charset="0"/>
              <a:buChar char="•"/>
            </a:pPr>
            <a:r>
              <a:rPr lang="en-US" sz="7400" dirty="0">
                <a:latin typeface="Calibri" panose="020F0502020204030204" pitchFamily="34" charset="0"/>
                <a:ea typeface="Calibri" panose="020F0502020204030204" pitchFamily="34" charset="0"/>
                <a:cs typeface="Calibri" panose="020F0502020204030204" pitchFamily="34" charset="0"/>
              </a:rPr>
              <a:t>In PI, all cash flows are considered, including working capital used and released; salvage value is also considered.</a:t>
            </a:r>
          </a:p>
          <a:p>
            <a:pPr>
              <a:buFont typeface="Arial" panose="020B0604020202020204" pitchFamily="34" charset="0"/>
              <a:buChar char="•"/>
            </a:pPr>
            <a:r>
              <a:rPr lang="en-US" sz="7400" dirty="0">
                <a:latin typeface="Calibri" panose="020F0502020204030204" pitchFamily="34" charset="0"/>
                <a:ea typeface="Calibri" panose="020F0502020204030204" pitchFamily="34" charset="0"/>
                <a:cs typeface="Calibri" panose="020F0502020204030204" pitchFamily="34" charset="0"/>
              </a:rPr>
              <a:t>This method is considered best for wealth maximization of shareholders as it is based on cash inflow rather than accounting profit.</a:t>
            </a:r>
          </a:p>
          <a:p>
            <a:pPr>
              <a:buFont typeface="Arial" panose="020B0604020202020204" pitchFamily="34" charset="0"/>
              <a:buChar char="•"/>
            </a:pPr>
            <a:r>
              <a:rPr lang="en-US" sz="7400" dirty="0">
                <a:latin typeface="Calibri" panose="020F0502020204030204" pitchFamily="34" charset="0"/>
                <a:ea typeface="Calibri" panose="020F0502020204030204" pitchFamily="34" charset="0"/>
                <a:cs typeface="Calibri" panose="020F0502020204030204" pitchFamily="34" charset="0"/>
              </a:rPr>
              <a:t>It considers total benefits arising out of the project till the end of the project.</a:t>
            </a:r>
          </a:p>
          <a:p>
            <a:pPr>
              <a:buFont typeface="Arial" panose="020B0604020202020204" pitchFamily="34" charset="0"/>
              <a:buChar char="•"/>
            </a:pPr>
            <a:r>
              <a:rPr lang="en-US" sz="7400" dirty="0">
                <a:latin typeface="Calibri" panose="020F0502020204030204" pitchFamily="34" charset="0"/>
                <a:ea typeface="Calibri" panose="020F0502020204030204" pitchFamily="34" charset="0"/>
                <a:cs typeface="Calibri" panose="020F0502020204030204" pitchFamily="34" charset="0"/>
              </a:rPr>
              <a:t>The discount rate applied for discounting the cash flows is actually the minimum required rate of return. This minimum rate of return incorporates both the pure return and the premium required to offset the risk.</a:t>
            </a:r>
          </a:p>
          <a:p>
            <a:pPr lvl="0" defTabSz="914400" eaLnBrk="0" fontAlgn="base" hangingPunct="0">
              <a:spcBef>
                <a:spcPct val="0"/>
              </a:spcBef>
              <a:spcAft>
                <a:spcPct val="0"/>
              </a:spcAft>
              <a:buClrTx/>
              <a:buSzTx/>
              <a:buFont typeface="Arial" panose="020B0604020202020204" pitchFamily="34" charset="0"/>
              <a:buChar char="•"/>
            </a:pPr>
            <a:endParaRPr lang="en-US" altLang="en-US" sz="7400" b="1" dirty="0">
              <a:solidFill>
                <a:srgbClr val="FFFF00"/>
              </a:solidFill>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sz="24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endParaRPr lang="en-US" dirty="0"/>
          </a:p>
        </p:txBody>
      </p:sp>
    </p:spTree>
    <p:extLst>
      <p:ext uri="{BB962C8B-B14F-4D97-AF65-F5344CB8AC3E}">
        <p14:creationId xmlns:p14="http://schemas.microsoft.com/office/powerpoint/2010/main" val="4828433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152400" y="1028700"/>
            <a:ext cx="9525000" cy="7461658"/>
          </a:xfrm>
          <a:prstGeom prst="rect">
            <a:avLst/>
          </a:prstGeom>
        </p:spPr>
        <p:txBody>
          <a:bodyPr vert="horz" wrap="square" lIns="0" tIns="13335" rIns="0" bIns="0" rtlCol="0">
            <a:spAutoFit/>
          </a:bodyPr>
          <a:lstStyle/>
          <a:p>
            <a:pPr marL="457200" indent="-457200">
              <a:buFont typeface="Wingdings" panose="05000000000000000000" pitchFamily="2" charset="2"/>
              <a:buChar char="v"/>
            </a:pPr>
            <a:r>
              <a:rPr sz="2800" b="1" dirty="0">
                <a:solidFill>
                  <a:srgbClr val="FFFF00"/>
                </a:solidFill>
                <a:uFill>
                  <a:solidFill>
                    <a:srgbClr val="375F92"/>
                  </a:solidFill>
                </a:uFill>
                <a:latin typeface="Times New Roman"/>
                <a:cs typeface="Times New Roman"/>
              </a:rPr>
              <a:t>Internal</a:t>
            </a:r>
            <a:r>
              <a:rPr sz="2800" b="1" spc="360" dirty="0">
                <a:solidFill>
                  <a:srgbClr val="FFFF00"/>
                </a:solidFill>
                <a:uFill>
                  <a:solidFill>
                    <a:srgbClr val="375F92"/>
                  </a:solidFill>
                </a:uFill>
                <a:latin typeface="Times New Roman"/>
                <a:cs typeface="Times New Roman"/>
              </a:rPr>
              <a:t> </a:t>
            </a:r>
            <a:r>
              <a:rPr sz="2800" b="1" dirty="0">
                <a:solidFill>
                  <a:srgbClr val="FFFF00"/>
                </a:solidFill>
                <a:uFill>
                  <a:solidFill>
                    <a:srgbClr val="375F92"/>
                  </a:solidFill>
                </a:uFill>
                <a:latin typeface="Times New Roman"/>
                <a:cs typeface="Times New Roman"/>
              </a:rPr>
              <a:t>Rate</a:t>
            </a:r>
            <a:r>
              <a:rPr sz="2800" b="1" spc="365" dirty="0">
                <a:solidFill>
                  <a:srgbClr val="FFFF00"/>
                </a:solidFill>
                <a:uFill>
                  <a:solidFill>
                    <a:srgbClr val="375F92"/>
                  </a:solidFill>
                </a:uFill>
                <a:latin typeface="Times New Roman"/>
                <a:cs typeface="Times New Roman"/>
              </a:rPr>
              <a:t> </a:t>
            </a:r>
            <a:r>
              <a:rPr sz="2800" b="1" dirty="0">
                <a:solidFill>
                  <a:srgbClr val="FFFF00"/>
                </a:solidFill>
                <a:uFill>
                  <a:solidFill>
                    <a:srgbClr val="375F92"/>
                  </a:solidFill>
                </a:uFill>
                <a:latin typeface="Times New Roman"/>
                <a:cs typeface="Times New Roman"/>
              </a:rPr>
              <a:t>of</a:t>
            </a:r>
            <a:r>
              <a:rPr sz="2800" b="1" spc="360" dirty="0">
                <a:solidFill>
                  <a:srgbClr val="FFFF00"/>
                </a:solidFill>
                <a:uFill>
                  <a:solidFill>
                    <a:srgbClr val="375F92"/>
                  </a:solidFill>
                </a:uFill>
                <a:latin typeface="Times New Roman"/>
                <a:cs typeface="Times New Roman"/>
              </a:rPr>
              <a:t> </a:t>
            </a:r>
            <a:r>
              <a:rPr sz="2800" b="1" dirty="0">
                <a:solidFill>
                  <a:srgbClr val="FFFF00"/>
                </a:solidFill>
                <a:uFill>
                  <a:solidFill>
                    <a:srgbClr val="375F92"/>
                  </a:solidFill>
                </a:uFill>
                <a:latin typeface="Times New Roman"/>
                <a:cs typeface="Times New Roman"/>
              </a:rPr>
              <a:t>Return</a:t>
            </a:r>
            <a:r>
              <a:rPr sz="2800" b="1" spc="375" dirty="0">
                <a:solidFill>
                  <a:srgbClr val="FFFF00"/>
                </a:solidFill>
                <a:uFill>
                  <a:solidFill>
                    <a:srgbClr val="375F92"/>
                  </a:solidFill>
                </a:uFill>
                <a:latin typeface="Times New Roman"/>
                <a:cs typeface="Times New Roman"/>
              </a:rPr>
              <a:t> </a:t>
            </a:r>
            <a:r>
              <a:rPr sz="2800" b="1" dirty="0">
                <a:solidFill>
                  <a:srgbClr val="FFFF00"/>
                </a:solidFill>
                <a:uFill>
                  <a:solidFill>
                    <a:srgbClr val="375F92"/>
                  </a:solidFill>
                </a:uFill>
                <a:latin typeface="Times New Roman"/>
                <a:cs typeface="Times New Roman"/>
              </a:rPr>
              <a:t>Method</a:t>
            </a:r>
            <a:r>
              <a:rPr lang="en-US" sz="2800" b="1" dirty="0">
                <a:solidFill>
                  <a:srgbClr val="FFFF00"/>
                </a:solidFill>
                <a:uFill>
                  <a:solidFill>
                    <a:srgbClr val="375F92"/>
                  </a:solidFill>
                </a:uFill>
                <a:latin typeface="Times New Roman"/>
                <a:cs typeface="Times New Roman"/>
              </a:rPr>
              <a:t> -  </a:t>
            </a:r>
            <a:r>
              <a:rPr lang="en-US" sz="2400" dirty="0">
                <a:uFill>
                  <a:solidFill>
                    <a:srgbClr val="375F92"/>
                  </a:solidFill>
                </a:uFill>
                <a:latin typeface="Calibri" panose="020F0502020204030204" pitchFamily="34" charset="0"/>
                <a:ea typeface="Calibri" panose="020F0502020204030204" pitchFamily="34" charset="0"/>
                <a:cs typeface="Calibri" panose="020F0502020204030204" pitchFamily="34" charset="0"/>
              </a:rPr>
              <a:t>This method </a:t>
            </a:r>
            <a:r>
              <a:rPr lang="en-US" sz="2400" dirty="0">
                <a:latin typeface="Calibri" panose="020F0502020204030204" pitchFamily="34" charset="0"/>
                <a:ea typeface="Calibri" panose="020F0502020204030204" pitchFamily="34" charset="0"/>
                <a:cs typeface="Calibri" panose="020F0502020204030204" pitchFamily="34" charset="0"/>
              </a:rPr>
              <a:t>is also known as the Time-adjusted rate of return. IRR is the rate at which NPV of a project becomes zero. In other words, we could say that IRR is the rate at which the present value of cash inflows and the present value of cash outflows will be equal. In this method, the discount rate is to be ascertained by the trial-and-error method.</a:t>
            </a:r>
          </a:p>
          <a:p>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latin typeface="Calibri" panose="020F0502020204030204" pitchFamily="34" charset="0"/>
              <a:ea typeface="Calibri" panose="020F0502020204030204" pitchFamily="34" charset="0"/>
              <a:cs typeface="Calibri" panose="020F0502020204030204" pitchFamily="34" charset="0"/>
            </a:endParaRPr>
          </a:p>
          <a:p>
            <a:r>
              <a:rPr lang="en-US" sz="2400" dirty="0">
                <a:latin typeface="Calibri" panose="020F0502020204030204" pitchFamily="34" charset="0"/>
                <a:ea typeface="Calibri" panose="020F0502020204030204" pitchFamily="34" charset="0"/>
                <a:cs typeface="Calibri" panose="020F0502020204030204" pitchFamily="34" charset="0"/>
              </a:rPr>
              <a:t>       </a:t>
            </a:r>
            <a:r>
              <a:rPr lang="en-US" sz="2400" b="1" dirty="0">
                <a:latin typeface="Calibri" panose="020F0502020204030204" pitchFamily="34" charset="0"/>
                <a:ea typeface="Calibri" panose="020F0502020204030204" pitchFamily="34" charset="0"/>
                <a:cs typeface="Calibri" panose="020F0502020204030204" pitchFamily="34" charset="0"/>
              </a:rPr>
              <a:t>Decision Rule</a:t>
            </a:r>
            <a:r>
              <a:rPr lang="en-US" sz="2400" dirty="0">
                <a:latin typeface="Calibri" panose="020F0502020204030204" pitchFamily="34" charset="0"/>
                <a:ea typeface="Calibri" panose="020F0502020204030204" pitchFamily="34" charset="0"/>
                <a:cs typeface="Calibri" panose="020F0502020204030204" pitchFamily="34" charset="0"/>
              </a:rPr>
              <a:t>:</a:t>
            </a:r>
          </a:p>
          <a:p>
            <a:r>
              <a:rPr lang="en-US" sz="2400" dirty="0">
                <a:latin typeface="Calibri" panose="020F0502020204030204" pitchFamily="34" charset="0"/>
                <a:ea typeface="Calibri" panose="020F0502020204030204" pitchFamily="34" charset="0"/>
                <a:cs typeface="Calibri" panose="020F0502020204030204" pitchFamily="34" charset="0"/>
              </a:rPr>
              <a:t>          Accept if </a:t>
            </a:r>
            <a:r>
              <a:rPr lang="en-US" sz="2400" b="1" dirty="0">
                <a:latin typeface="Calibri" panose="020F0502020204030204" pitchFamily="34" charset="0"/>
                <a:ea typeface="Calibri" panose="020F0502020204030204" pitchFamily="34" charset="0"/>
                <a:cs typeface="Calibri" panose="020F0502020204030204" pitchFamily="34" charset="0"/>
              </a:rPr>
              <a:t>IRR &gt; Cost of Capital</a:t>
            </a:r>
            <a:endParaRPr lang="en-US" sz="2400" dirty="0">
              <a:latin typeface="Calibri" panose="020F0502020204030204" pitchFamily="34" charset="0"/>
              <a:ea typeface="Calibri" panose="020F0502020204030204" pitchFamily="34" charset="0"/>
              <a:cs typeface="Calibri" panose="020F0502020204030204" pitchFamily="34" charset="0"/>
            </a:endParaRPr>
          </a:p>
          <a:p>
            <a:r>
              <a:rPr lang="en-US" sz="2400" dirty="0">
                <a:latin typeface="Calibri" panose="020F0502020204030204" pitchFamily="34" charset="0"/>
                <a:ea typeface="Calibri" panose="020F0502020204030204" pitchFamily="34" charset="0"/>
                <a:cs typeface="Calibri" panose="020F0502020204030204" pitchFamily="34" charset="0"/>
              </a:rPr>
              <a:t>          Reject if </a:t>
            </a:r>
            <a:r>
              <a:rPr lang="en-US" sz="2400" b="1" dirty="0">
                <a:latin typeface="Calibri" panose="020F0502020204030204" pitchFamily="34" charset="0"/>
                <a:ea typeface="Calibri" panose="020F0502020204030204" pitchFamily="34" charset="0"/>
                <a:cs typeface="Calibri" panose="020F0502020204030204" pitchFamily="34" charset="0"/>
              </a:rPr>
              <a:t>IRR &lt; Cost of Capital</a:t>
            </a:r>
          </a:p>
          <a:p>
            <a:r>
              <a:rPr lang="en-US" sz="2400" b="1" dirty="0">
                <a:latin typeface="Calibri" panose="020F0502020204030204" pitchFamily="34" charset="0"/>
                <a:ea typeface="Calibri" panose="020F0502020204030204" pitchFamily="34" charset="0"/>
                <a:cs typeface="Calibri" panose="020F0502020204030204" pitchFamily="34" charset="0"/>
              </a:rPr>
              <a:t>          </a:t>
            </a:r>
            <a:r>
              <a:rPr lang="en-US" sz="2400" dirty="0">
                <a:latin typeface="Calibri" panose="020F0502020204030204" pitchFamily="34" charset="0"/>
                <a:ea typeface="Calibri" panose="020F0502020204030204" pitchFamily="34" charset="0"/>
                <a:cs typeface="Calibri" panose="020F0502020204030204" pitchFamily="34" charset="0"/>
              </a:rPr>
              <a:t>Indifferent if </a:t>
            </a:r>
            <a:r>
              <a:rPr lang="en-US" sz="2400" b="1" dirty="0">
                <a:latin typeface="Calibri" panose="020F0502020204030204" pitchFamily="34" charset="0"/>
                <a:ea typeface="Calibri" panose="020F0502020204030204" pitchFamily="34" charset="0"/>
                <a:cs typeface="Calibri" panose="020F0502020204030204" pitchFamily="34" charset="0"/>
              </a:rPr>
              <a:t>IRR = Cost of Capital</a:t>
            </a:r>
          </a:p>
          <a:p>
            <a:r>
              <a:rPr lang="en-US" sz="2400" b="1" dirty="0">
                <a:latin typeface="Calibri" panose="020F0502020204030204" pitchFamily="34" charset="0"/>
                <a:ea typeface="Calibri" panose="020F0502020204030204" pitchFamily="34" charset="0"/>
                <a:cs typeface="Calibri" panose="020F0502020204030204" pitchFamily="34" charset="0"/>
              </a:rPr>
              <a:t>       </a:t>
            </a:r>
          </a:p>
          <a:p>
            <a:r>
              <a:rPr lang="en-US" altLang="en-US" sz="2400" dirty="0">
                <a:latin typeface="Calibri" panose="020F0502020204030204" pitchFamily="34" charset="0"/>
                <a:ea typeface="Calibri" panose="020F0502020204030204" pitchFamily="34" charset="0"/>
                <a:cs typeface="Calibri" panose="020F0502020204030204" pitchFamily="34" charset="0"/>
              </a:rPr>
              <a:t>.</a:t>
            </a:r>
          </a:p>
          <a:p>
            <a:pPr lvl="0" defTabSz="914400" eaLnBrk="0" fontAlgn="base" hangingPunct="0">
              <a:spcBef>
                <a:spcPct val="0"/>
              </a:spcBef>
              <a:spcAft>
                <a:spcPct val="0"/>
              </a:spcAft>
              <a:buFontTx/>
              <a:buChar char="•"/>
            </a:pP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b="1" dirty="0">
              <a:latin typeface="Calibri" panose="020F0502020204030204" pitchFamily="34" charset="0"/>
              <a:ea typeface="Calibri" panose="020F0502020204030204" pitchFamily="34" charset="0"/>
              <a:cs typeface="Calibri" panose="020F0502020204030204" pitchFamily="34" charset="0"/>
            </a:endParaRPr>
          </a:p>
          <a:p>
            <a:r>
              <a:rPr lang="en-US" sz="2400" b="1" dirty="0">
                <a:latin typeface="Calibri" panose="020F0502020204030204" pitchFamily="34" charset="0"/>
                <a:ea typeface="Calibri" panose="020F0502020204030204" pitchFamily="34" charset="0"/>
                <a:cs typeface="Calibri" panose="020F0502020204030204" pitchFamily="34" charset="0"/>
              </a:rPr>
              <a:t>    </a:t>
            </a:r>
          </a:p>
          <a:p>
            <a:r>
              <a:rPr lang="en-US" sz="2400" b="1" dirty="0">
                <a:latin typeface="Calibri" panose="020F0502020204030204" pitchFamily="34" charset="0"/>
                <a:ea typeface="Calibri" panose="020F0502020204030204" pitchFamily="34" charset="0"/>
                <a:cs typeface="Calibri" panose="020F0502020204030204" pitchFamily="34" charset="0"/>
              </a:rPr>
              <a:t>     </a:t>
            </a:r>
            <a:endParaRPr lang="en-US" sz="2400" dirty="0">
              <a:latin typeface="Calibri" panose="020F0502020204030204" pitchFamily="34" charset="0"/>
              <a:ea typeface="Calibri" panose="020F0502020204030204" pitchFamily="34" charset="0"/>
              <a:cs typeface="Calibri" panose="020F0502020204030204" pitchFamily="34" charset="0"/>
            </a:endParaRPr>
          </a:p>
          <a:p>
            <a:endParaRPr lang="en-US" sz="2400" dirty="0"/>
          </a:p>
          <a:p>
            <a:endParaRPr sz="2400" dirty="0">
              <a:latin typeface="Calibri" panose="020F0502020204030204" pitchFamily="34" charset="0"/>
              <a:ea typeface="Calibri" panose="020F0502020204030204" pitchFamily="34" charset="0"/>
              <a:cs typeface="Calibri" panose="020F050202020403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63CBA4-2426-9179-E5FA-ADD51371C6AC}"/>
              </a:ext>
            </a:extLst>
          </p:cNvPr>
          <p:cNvSpPr>
            <a:spLocks noGrp="1"/>
          </p:cNvSpPr>
          <p:nvPr>
            <p:ph type="title"/>
          </p:nvPr>
        </p:nvSpPr>
        <p:spPr>
          <a:xfrm>
            <a:off x="609600" y="495300"/>
            <a:ext cx="8382000" cy="914400"/>
          </a:xfrm>
        </p:spPr>
        <p:txBody>
          <a:bodyPr/>
          <a:lstStyle/>
          <a:p>
            <a:r>
              <a:rPr lang="en-US" sz="3600" b="1" dirty="0">
                <a:solidFill>
                  <a:srgbClr val="FFFF00"/>
                </a:solidFill>
                <a:latin typeface="Times New Roman" panose="02020603050405020304" pitchFamily="18" charset="0"/>
                <a:cs typeface="Times New Roman" panose="02020603050405020304" pitchFamily="18" charset="0"/>
              </a:rPr>
              <a:t>Merits of Internal Rate of Return Method</a:t>
            </a:r>
            <a:endParaRPr lang="en-US" sz="3600" dirty="0"/>
          </a:p>
        </p:txBody>
      </p:sp>
      <p:sp>
        <p:nvSpPr>
          <p:cNvPr id="6" name="Rectangle 2">
            <a:extLst>
              <a:ext uri="{FF2B5EF4-FFF2-40B4-BE49-F238E27FC236}">
                <a16:creationId xmlns:a16="http://schemas.microsoft.com/office/drawing/2014/main" id="{D2C88ACF-B8C4-15D3-B396-E7EAE1DDB945}"/>
              </a:ext>
            </a:extLst>
          </p:cNvPr>
          <p:cNvSpPr>
            <a:spLocks noGrp="1" noChangeArrowheads="1"/>
          </p:cNvSpPr>
          <p:nvPr>
            <p:ph idx="1"/>
          </p:nvPr>
        </p:nvSpPr>
        <p:spPr bwMode="auto">
          <a:xfrm>
            <a:off x="304800" y="1333500"/>
            <a:ext cx="9448800" cy="6653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buFont typeface="Arial" panose="020B0604020202020204" pitchFamily="34" charset="0"/>
              <a:buChar char="•"/>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takes into account the time value of money. Thus, cash inflows occurring at different time intervals are adjusted with an appropriate discount rate</a:t>
            </a:r>
            <a:r>
              <a:rPr lang="en-US" altLang="en-US" sz="2400" dirty="0">
                <a:latin typeface="Calibri" panose="020F0502020204030204" pitchFamily="34" charset="0"/>
                <a:ea typeface="Calibri" panose="020F0502020204030204" pitchFamily="34" charset="0"/>
                <a:cs typeface="Calibri" panose="020F0502020204030204" pitchFamily="34" charset="0"/>
              </a:rPr>
              <a:t>.</a:t>
            </a:r>
          </a:p>
          <a:p>
            <a:pPr defTabSz="914400" eaLnBrk="0" fontAlgn="base" hangingPunct="0">
              <a:spcBef>
                <a:spcPct val="0"/>
              </a:spcBef>
              <a:spcAft>
                <a:spcPct val="0"/>
              </a:spcAft>
              <a:buClrTx/>
              <a:buSzTx/>
              <a:buFont typeface="Arial" panose="020B0604020202020204" pitchFamily="34" charset="0"/>
              <a:buChar char="•"/>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is </a:t>
            </a:r>
            <a:r>
              <a:rPr lang="en-US" altLang="en-US" sz="2400" dirty="0">
                <a:latin typeface="Calibri" panose="020F0502020204030204" pitchFamily="34" charset="0"/>
                <a:ea typeface="Calibri" panose="020F0502020204030204" pitchFamily="34" charset="0"/>
                <a:cs typeface="Calibri" panose="020F0502020204030204" pitchFamily="34" charset="0"/>
              </a:rPr>
              <a:t>a profit-oriented concept and helps in selecting those proposals that are expected to earn more than the </a:t>
            </a: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minimum required rate of return.</a:t>
            </a:r>
          </a:p>
          <a:p>
            <a:pPr defTabSz="914400" eaLnBrk="0" fontAlgn="base" hangingPunct="0">
              <a:spcBef>
                <a:spcPct val="0"/>
              </a:spcBef>
              <a:spcAft>
                <a:spcPct val="0"/>
              </a:spcAft>
              <a:buClrTx/>
              <a:buSzTx/>
              <a:buFont typeface="Arial" panose="020B0604020202020204" pitchFamily="34" charset="0"/>
              <a:buChar char="•"/>
            </a:pPr>
            <a:r>
              <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rPr>
              <a:t>It is based on cash flow</a:t>
            </a:r>
          </a:p>
          <a:p>
            <a:pPr defTabSz="914400" eaLnBrk="0" fontAlgn="base" hangingPunct="0">
              <a:spcBef>
                <a:spcPct val="0"/>
              </a:spcBef>
              <a:spcAft>
                <a:spcPct val="0"/>
              </a:spcAft>
              <a:buClrTx/>
              <a:buSzTx/>
              <a:buFont typeface="Arial" panose="020B0604020202020204" pitchFamily="34" charset="0"/>
              <a:buChar char="•"/>
            </a:pPr>
            <a:endParaRPr lang="en-US" altLang="en-US" sz="2400" dirty="0">
              <a:latin typeface="Calibri" panose="020F0502020204030204" pitchFamily="34" charset="0"/>
              <a:ea typeface="Calibri" panose="020F0502020204030204" pitchFamily="34" charset="0"/>
              <a:cs typeface="Calibri" panose="020F0502020204030204" pitchFamily="34" charset="0"/>
            </a:endParaRPr>
          </a:p>
          <a:p>
            <a:pPr marL="0" indent="0" defTabSz="914400" eaLnBrk="0" fontAlgn="base" hangingPunct="0">
              <a:spcBef>
                <a:spcPct val="0"/>
              </a:spcBef>
              <a:spcAft>
                <a:spcPct val="0"/>
              </a:spcAft>
              <a:buClrTx/>
              <a:buSzTx/>
              <a:buNone/>
            </a:pPr>
            <a:r>
              <a:rPr lang="en-US" sz="2400" dirty="0">
                <a:latin typeface="Calibri" panose="020F0502020204030204" pitchFamily="34" charset="0"/>
                <a:ea typeface="Calibri" panose="020F0502020204030204" pitchFamily="34" charset="0"/>
                <a:cs typeface="Calibri" panose="020F0502020204030204" pitchFamily="34" charset="0"/>
              </a:rPr>
              <a:t>     </a:t>
            </a:r>
            <a:r>
              <a:rPr lang="en-US" sz="3600" b="1" dirty="0">
                <a:solidFill>
                  <a:srgbClr val="FFFF00"/>
                </a:solidFill>
                <a:latin typeface="Times New Roman" panose="02020603050405020304" pitchFamily="18" charset="0"/>
                <a:cs typeface="Times New Roman" panose="02020603050405020304" pitchFamily="18" charset="0"/>
              </a:rPr>
              <a:t>Demerits of Internal Rate of Return Method</a:t>
            </a: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It involves complicated trial and calculation.</a:t>
            </a:r>
            <a:endParaRPr lang="en-US" sz="3600" dirty="0">
              <a:latin typeface="Calibri" panose="020F0502020204030204" pitchFamily="34" charset="0"/>
              <a:ea typeface="Calibri" panose="020F0502020204030204" pitchFamily="34" charset="0"/>
              <a:cs typeface="Calibri" panose="020F0502020204030204" pitchFamily="34" charset="0"/>
            </a:endParaRPr>
          </a:p>
          <a:p>
            <a:pPr>
              <a:buFont typeface="Arial" panose="020B0604020202020204" pitchFamily="34" charset="0"/>
              <a:buChar char="•"/>
            </a:pPr>
            <a:r>
              <a:rPr lang="en-US" sz="2400" dirty="0">
                <a:latin typeface="Calibri" panose="020F0502020204030204" pitchFamily="34" charset="0"/>
                <a:ea typeface="Calibri" panose="020F0502020204030204" pitchFamily="34" charset="0"/>
                <a:cs typeface="Calibri" panose="020F0502020204030204" pitchFamily="34" charset="0"/>
              </a:rPr>
              <a:t>It makes an implied assumption that the future cash inflows of a proposal are reinvested at a rate equal to IRR. This assumption is not true as the firms are able to reinvest only at the rate available in the market.</a:t>
            </a:r>
          </a:p>
          <a:p>
            <a:pPr marL="0" indent="0" defTabSz="914400" eaLnBrk="0" fontAlgn="base" hangingPunct="0">
              <a:spcBef>
                <a:spcPct val="0"/>
              </a:spcBef>
              <a:spcAft>
                <a:spcPct val="0"/>
              </a:spcAft>
              <a:buClrTx/>
              <a:buSzTx/>
              <a:buNone/>
            </a:pPr>
            <a:endParaRPr lang="en-US" altLang="en-US" sz="3600" dirty="0">
              <a:latin typeface="Calibri" panose="020F0502020204030204" pitchFamily="34" charset="0"/>
              <a:ea typeface="Calibri" panose="020F0502020204030204" pitchFamily="34" charset="0"/>
              <a:cs typeface="Calibri" panose="020F0502020204030204" pitchFamily="34" charset="0"/>
            </a:endParaRPr>
          </a:p>
          <a:p>
            <a:pPr marL="0" indent="0" defTabSz="914400" eaLnBrk="0" fontAlgn="base" hangingPunct="0">
              <a:spcBef>
                <a:spcPct val="0"/>
              </a:spcBef>
              <a:spcAft>
                <a:spcPct val="0"/>
              </a:spcAft>
              <a:buClrTx/>
              <a:buSzTx/>
              <a:buNone/>
            </a:pPr>
            <a:endParaRPr kumimoji="0" lang="en-US" altLang="en-US" sz="2400" b="0" i="0" u="none" strike="noStrike" cap="none" normalizeH="0" baseline="0" dirty="0">
              <a:ln>
                <a:noFill/>
              </a:ln>
              <a:solidFill>
                <a:schemeClr val="tx1"/>
              </a:solidFill>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184618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type="title"/>
          </p:nvPr>
        </p:nvSpPr>
        <p:spPr>
          <a:xfrm>
            <a:off x="609600" y="495300"/>
            <a:ext cx="7760918" cy="751488"/>
          </a:xfrm>
          <a:prstGeom prst="rect">
            <a:avLst/>
          </a:prstGeom>
        </p:spPr>
        <p:txBody>
          <a:bodyPr vert="horz" wrap="square" lIns="0" tIns="12700" rIns="0" bIns="0" rtlCol="0">
            <a:spAutoFit/>
          </a:bodyPr>
          <a:lstStyle/>
          <a:p>
            <a:pPr marL="2649855">
              <a:lnSpc>
                <a:spcPct val="100000"/>
              </a:lnSpc>
              <a:spcBef>
                <a:spcPts val="100"/>
              </a:spcBef>
            </a:pPr>
            <a:r>
              <a:rPr sz="4800" b="1" spc="-10" dirty="0">
                <a:solidFill>
                  <a:srgbClr val="FFFF00"/>
                </a:solidFill>
                <a:latin typeface="Times New Roman" panose="02020603050405020304" pitchFamily="18" charset="0"/>
                <a:cs typeface="Times New Roman" panose="02020603050405020304" pitchFamily="18" charset="0"/>
              </a:rPr>
              <a:t>Conclusion</a:t>
            </a:r>
          </a:p>
        </p:txBody>
      </p:sp>
      <p:sp>
        <p:nvSpPr>
          <p:cNvPr id="7" name="TextBox 6">
            <a:extLst>
              <a:ext uri="{FF2B5EF4-FFF2-40B4-BE49-F238E27FC236}">
                <a16:creationId xmlns:a16="http://schemas.microsoft.com/office/drawing/2014/main" id="{A7479CFB-D387-02F5-8F2E-3066B28EB044}"/>
              </a:ext>
            </a:extLst>
          </p:cNvPr>
          <p:cNvSpPr txBox="1"/>
          <p:nvPr/>
        </p:nvSpPr>
        <p:spPr>
          <a:xfrm>
            <a:off x="533400" y="1790700"/>
            <a:ext cx="9296400" cy="4431983"/>
          </a:xfrm>
          <a:prstGeom prst="rect">
            <a:avLst/>
          </a:prstGeom>
          <a:noFill/>
        </p:spPr>
        <p:txBody>
          <a:bodyPr wrap="square" rtlCol="0">
            <a:spAutoFit/>
          </a:bodyPr>
          <a:lstStyle/>
          <a:p>
            <a:r>
              <a:rPr lang="en-US" sz="2400" dirty="0">
                <a:latin typeface="Calibri" panose="020F0502020204030204" pitchFamily="34" charset="0"/>
                <a:ea typeface="Calibri" panose="020F0502020204030204" pitchFamily="34" charset="0"/>
                <a:cs typeface="Calibri" panose="020F0502020204030204" pitchFamily="34" charset="0"/>
              </a:rPr>
              <a:t>Capital budgeting is a crucial financial management tool that helps organizations make long-term investment decisions. By evaluating potential projects using techniques such as Payback Period, Net Present Value (NPV), Internal Rate of Return (IRR), Profitability Index, and Accounting Rate of Return (ARR), businesses can identify investments that maximize profitability and minimize risk. Effective capital budgeting ensures optimal allocation of scarce resources, supports strategic growth, and contributes to the long-term wealth maximization of the firm. Ultimately, it provides a systematic approach to decision-making, helping managers balance risk and return while planning for sustainable financial success</a:t>
            </a:r>
            <a:r>
              <a:rPr lang="en-US" dirty="0">
                <a:latin typeface="Calibri" panose="020F0502020204030204" pitchFamily="34" charset="0"/>
                <a:ea typeface="Calibri" panose="020F0502020204030204" pitchFamily="34" charset="0"/>
                <a:cs typeface="Calibri" panose="020F0502020204030204" pitchFamily="34" charset="0"/>
              </a:rPr>
              <a:t>.</a:t>
            </a:r>
          </a:p>
          <a:p>
            <a:endParaRPr lang="en-US"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F9C9D"/>
      </a:accent5>
      <a:accent6>
        <a:srgbClr val="9E5E9B"/>
      </a:accent6>
      <a:hlink>
        <a:srgbClr val="58C1BA"/>
      </a:hlink>
      <a:folHlink>
        <a:srgbClr val="9DD0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258</TotalTime>
  <Words>1267</Words>
  <Application>Microsoft Office PowerPoint</Application>
  <PresentationFormat>Custom</PresentationFormat>
  <Paragraphs>100</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Century Gothic</vt:lpstr>
      <vt:lpstr>OpenSymbol</vt:lpstr>
      <vt:lpstr>Times New Roman</vt:lpstr>
      <vt:lpstr>Wingdings</vt:lpstr>
      <vt:lpstr>Wingdings 3</vt:lpstr>
      <vt:lpstr>Ion</vt:lpstr>
      <vt:lpstr>PowerPoint Presentation</vt:lpstr>
      <vt:lpstr>Introduction</vt:lpstr>
      <vt:lpstr>Definition by Different Theorists</vt:lpstr>
      <vt:lpstr>Importance of Capital Budgeting</vt:lpstr>
      <vt:lpstr>PowerPoint Presentation</vt:lpstr>
      <vt:lpstr>Traditional/ Non-Discounting Techniques</vt:lpstr>
      <vt:lpstr>PowerPoint Presentation</vt:lpstr>
      <vt:lpstr>Modern/ Discounting Technique</vt:lpstr>
      <vt:lpstr>Merits of Net Present Value Method</vt:lpstr>
      <vt:lpstr>Demerits of Net Present Value Method</vt:lpstr>
      <vt:lpstr>PowerPoint Presentation</vt:lpstr>
      <vt:lpstr>PowerPoint Presentation</vt:lpstr>
      <vt:lpstr>PowerPoint Presentation</vt:lpstr>
      <vt:lpstr>Merits of Internal Rate of Return Method</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Neha</dc:creator>
  <cp:lastModifiedBy>Neha Vashisht</cp:lastModifiedBy>
  <cp:revision>3</cp:revision>
  <dcterms:created xsi:type="dcterms:W3CDTF">2025-09-26T15:19:48Z</dcterms:created>
  <dcterms:modified xsi:type="dcterms:W3CDTF">2025-09-27T15:17:38Z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2016-03-15T00:00:00Z</vt:filetime>
  </property>
  <property fmtid="{D5CDD505-2E9C-101B-9397-08002B2CF9AE}" pid="3" name="Creator">
    <vt:lpwstr>Microsoft® PowerPoint® 2013</vt:lpwstr>
  </property>
  <property fmtid="{D5CDD505-2E9C-101B-9397-08002B2CF9AE}" pid="4" name="LastSaved">
    <vt:filetime>2025-09-26T00:00:00Z</vt:filetime>
  </property>
  <property fmtid="{D5CDD505-2E9C-101B-9397-08002B2CF9AE}" pid="5" name="Producer">
    <vt:lpwstr>Microsoft® PowerPoint® 2013</vt:lpwstr>
  </property>
</Properties>
</file>